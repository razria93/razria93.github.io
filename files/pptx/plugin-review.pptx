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d43cddea5649ad" /><Relationship Type="http://schemas.openxmlformats.org/officeDocument/2006/relationships/extended-properties" Target="/docProps/app.xml" Id="Rfee35cffa1f94032" /><Relationship Type="http://schemas.openxmlformats.org/officeDocument/2006/relationships/officeDocument" Target="/ppt/presentation.xml" Id="Rf813e49ff3304b58" /></Relationships>
</file>

<file path=ppt/presentation.xml><?xml version="1.0" encoding="utf-8"?>
<p:presentation xmlns:p="http://schemas.openxmlformats.org/presentationml/2006/main">
  <p:sldMasterIdLst>
    <p:sldMasterId xmlns:r="http://schemas.openxmlformats.org/officeDocument/2006/relationships" id="2147483648" r:id="R62a831ad87d441d7"/>
  </p:sldMasterIdLst>
  <p:notesMasterIdLst>
    <p:notesMasterId xmlns:r="http://schemas.openxmlformats.org/officeDocument/2006/relationships" r:id="R2f0f154211354449"/>
  </p:notesMasterIdLst>
  <p:sldIdLst>
    <p:sldId xmlns:r="http://schemas.openxmlformats.org/officeDocument/2006/relationships" id="256" r:id="Raf1e1e41d02c4339"/>
    <p:sldId xmlns:r="http://schemas.openxmlformats.org/officeDocument/2006/relationships" id="258" r:id="R6afbf8d8c7a9422c"/>
    <p:sldId xmlns:r="http://schemas.openxmlformats.org/officeDocument/2006/relationships" id="257" r:id="R96195d98b8fa4c8e"/>
    <p:sldId xmlns:r="http://schemas.openxmlformats.org/officeDocument/2006/relationships" id="259" r:id="Rae95e539dc764d73"/>
    <p:sldId xmlns:r="http://schemas.openxmlformats.org/officeDocument/2006/relationships" id="267" r:id="Re6116c504dfc4db9"/>
    <p:sldId xmlns:r="http://schemas.openxmlformats.org/officeDocument/2006/relationships" id="268" r:id="R869425cadc4c467d"/>
    <p:sldId xmlns:r="http://schemas.openxmlformats.org/officeDocument/2006/relationships" id="269" r:id="R1f5423271d4a4a74"/>
    <p:sldId xmlns:r="http://schemas.openxmlformats.org/officeDocument/2006/relationships" id="264" r:id="Rc93ab739809e470d"/>
    <p:sldId xmlns:r="http://schemas.openxmlformats.org/officeDocument/2006/relationships" id="265" r:id="Rfa419f4971e7419b"/>
    <p:sldId xmlns:r="http://schemas.openxmlformats.org/officeDocument/2006/relationships" id="270" r:id="R0b859254d9254636"/>
    <p:sldId xmlns:r="http://schemas.openxmlformats.org/officeDocument/2006/relationships" id="260" r:id="Rd29c839dbf7443b7"/>
    <p:sldId xmlns:r="http://schemas.openxmlformats.org/officeDocument/2006/relationships" id="262" r:id="R0d8400af67a748d0"/>
    <p:sldId xmlns:r="http://schemas.openxmlformats.org/officeDocument/2006/relationships" id="266" r:id="Rffa9a75f8f414bc8"/>
    <p:sldId xmlns:r="http://schemas.openxmlformats.org/officeDocument/2006/relationships" id="263" r:id="R06b1904cc70d47a4"/>
    <p:sldId xmlns:r="http://schemas.openxmlformats.org/officeDocument/2006/relationships" id="261" r:id="Rdadcd2826da5424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fdf35a077c341f3" /><Relationship Type="http://schemas.openxmlformats.org/officeDocument/2006/relationships/slideMaster" Target="/ppt/slideMasters/slideMaster1.xml" Id="R62a831ad87d441d7" /><Relationship Type="http://schemas.openxmlformats.org/officeDocument/2006/relationships/notesMaster" Target="/ppt/notesMasters/notesMaster1.xml" Id="R2f0f154211354449" /><Relationship Type="http://schemas.openxmlformats.org/officeDocument/2006/relationships/presProps" Target="/ppt/presProps.xml" Id="Rb54712c3b40f44b9" /><Relationship Type="http://schemas.openxmlformats.org/officeDocument/2006/relationships/viewProps" Target="/ppt/viewProps.xml" Id="R0518228310f44d9a" /><Relationship Type="http://schemas.openxmlformats.org/officeDocument/2006/relationships/tableStyles" Target="/ppt/tableStyles.xml" Id="R6d4a5afdd87b495c" /><Relationship Type="http://schemas.openxmlformats.org/officeDocument/2006/relationships/slide" Target="/ppt/slides/slide1.xml" Id="Raf1e1e41d02c4339" /><Relationship Type="http://schemas.openxmlformats.org/officeDocument/2006/relationships/slide" Target="/ppt/slides/slide2.xml" Id="R96195d98b8fa4c8e" /><Relationship Type="http://schemas.openxmlformats.org/officeDocument/2006/relationships/slide" Target="/ppt/slides/slide3.xml" Id="R6afbf8d8c7a9422c" /><Relationship Type="http://schemas.openxmlformats.org/officeDocument/2006/relationships/slide" Target="/ppt/slides/slide4.xml" Id="Rae95e539dc764d73" /><Relationship Type="http://schemas.openxmlformats.org/officeDocument/2006/relationships/slide" Target="/ppt/slides/slide5.xml" Id="Rd29c839dbf7443b7" /><Relationship Type="http://schemas.openxmlformats.org/officeDocument/2006/relationships/slide" Target="/ppt/slides/slide6.xml" Id="Rdadcd2826da54242" /><Relationship Type="http://schemas.openxmlformats.org/officeDocument/2006/relationships/slide" Target="/ppt/slides/slide7.xml" Id="R0d8400af67a748d0" /><Relationship Type="http://schemas.openxmlformats.org/officeDocument/2006/relationships/slide" Target="/ppt/slides/slide8.xml" Id="R06b1904cc70d47a4" /><Relationship Type="http://schemas.openxmlformats.org/officeDocument/2006/relationships/slide" Target="/ppt/slides/slide9.xml" Id="Rc93ab739809e470d" /><Relationship Type="http://schemas.openxmlformats.org/officeDocument/2006/relationships/slide" Target="/ppt/slides/slide10.xml" Id="Rfa419f4971e7419b" /><Relationship Type="http://schemas.openxmlformats.org/officeDocument/2006/relationships/slide" Target="/ppt/slides/slide11.xml" Id="Rffa9a75f8f414bc8" /><Relationship Type="http://schemas.openxmlformats.org/officeDocument/2006/relationships/slide" Target="/ppt/slides/slide12.xml" Id="Re6116c504dfc4db9" /><Relationship Type="http://schemas.openxmlformats.org/officeDocument/2006/relationships/slide" Target="/ppt/slides/slide13.xml" Id="R869425cadc4c467d" /><Relationship Type="http://schemas.openxmlformats.org/officeDocument/2006/relationships/slide" Target="/ppt/slides/slide14.xml" Id="R1f5423271d4a4a74" /><Relationship Type="http://schemas.openxmlformats.org/officeDocument/2006/relationships/slide" Target="/ppt/slides/slide15.xml" Id="R0b859254d92546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68c21fab824c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4038edd0b64442" /><Relationship Type="http://schemas.openxmlformats.org/officeDocument/2006/relationships/notesMaster" Target="/ppt/notesMasters/notesMaster1.xml" Id="Rf771dd0534d649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051c70d7f3425a" /><Relationship Type="http://schemas.openxmlformats.org/officeDocument/2006/relationships/notesMaster" Target="/ppt/notesMasters/notesMaster1.xml" Id="R83092b69050a4d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c16cd4c3a94d5d" /><Relationship Type="http://schemas.openxmlformats.org/officeDocument/2006/relationships/notesMaster" Target="/ppt/notesMasters/notesMaster1.xml" Id="R73cabd39046540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d132df7b5440ad" /><Relationship Type="http://schemas.openxmlformats.org/officeDocument/2006/relationships/notesMaster" Target="/ppt/notesMasters/notesMaster1.xml" Id="R464600ea5b83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1f2963a5b24afc" /><Relationship Type="http://schemas.openxmlformats.org/officeDocument/2006/relationships/notesMaster" Target="/ppt/notesMasters/notesMaster1.xml" Id="R79fed189498d4d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f063205ddf422e" /><Relationship Type="http://schemas.openxmlformats.org/officeDocument/2006/relationships/notesMaster" Target="/ppt/notesMasters/notesMaster1.xml" Id="R37016d6c65244b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636ee204d44ae4" /><Relationship Type="http://schemas.openxmlformats.org/officeDocument/2006/relationships/notesMaster" Target="/ppt/notesMasters/notesMaster1.xml" Id="R1f22fc91afe349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bff8c415d74615" /><Relationship Type="http://schemas.openxmlformats.org/officeDocument/2006/relationships/notesMaster" Target="/ppt/notesMasters/notesMaster1.xml" Id="R3a61e0f8870c4e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86247a02a042ad" /><Relationship Type="http://schemas.openxmlformats.org/officeDocument/2006/relationships/notesMaster" Target="/ppt/notesMasters/notesMaster1.xml" Id="R2b1eaed368cd45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1fb3f5660b4088" /><Relationship Type="http://schemas.openxmlformats.org/officeDocument/2006/relationships/notesMaster" Target="/ppt/notesMasters/notesMaster1.xml" Id="Ra8bac8f4a0d040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2df7a525234deb" /><Relationship Type="http://schemas.openxmlformats.org/officeDocument/2006/relationships/notesMaster" Target="/ppt/notesMasters/notesMaster1.xml" Id="Rc7d21833c1be47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21f04215654004" /><Relationship Type="http://schemas.openxmlformats.org/officeDocument/2006/relationships/notesMaster" Target="/ppt/notesMasters/notesMaster1.xml" Id="Rf267a7ee33ab4d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d9094ada254600" /><Relationship Type="http://schemas.openxmlformats.org/officeDocument/2006/relationships/notesMaster" Target="/ppt/notesMasters/notesMaster1.xml" Id="R8b5382b260a040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ecab53726d4ef2" /><Relationship Type="http://schemas.openxmlformats.org/officeDocument/2006/relationships/notesMaster" Target="/ppt/notesMasters/notesMaster1.xml" Id="R1fc3b191baf446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e7a7202aa849f1" /><Relationship Type="http://schemas.openxmlformats.org/officeDocument/2006/relationships/notesMaster" Target="/ppt/notesMasters/notesMaster1.xml" Id="R04d47f583aec4e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https://github.com/Razria93/Plugin_Portfolio_UE5.4/blob/724eaba9790859066d7b34baf48c5efd7a9f877e/README.md</a:t>
            </a:r>
          </a:p>
          <a:p xmlns:a="http://schemas.openxmlformats.org/drawingml/2006/main">
            <a:r>
              <a:t>https://github.com/Razria93/Plugin_Portfolio_UE5.4/blob/724eaba9790859066d7b34baf48c5efd7a9f877e/Docs/00_Overview/Project_Plan_KR.md</a:t>
            </a:r>
          </a:p>
          <a:p xmlns:a="http://schemas.openxmlformats.org/drawingml/2006/main">
            <a:r>
              <a:t>https://github.com/Razria93/Plugin_Portfolio_UE5.4/commit/9b6412d</a:t>
            </a:r>
          </a:p>
          <a:p xmlns:a="http://schemas.openxmlformats.org/drawingml/2006/main">
            <a:r>
              <a:t>개발 당시 기여 근거</a:t>
            </a:r>
          </a:p>
          <a:p xmlns:a="http://schemas.openxmlformats.org/drawingml/2006/main">
            <a:r>
              <a:t>본인이 개발 범위와 검증 가능한 단위의 작업 원칙을 제시했다. 개발 세션 main 메시지 39, 382. 개별 기능의 모든 설계가 본인의 독자 제안이라는 의미는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https://github.com/Razria93/Plugin_Portfolio_UE5.4/blob/724eaba9790859066d7b34baf48c5efd7a9f877e/README.md</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28899: “아까 너가 이야기한 부분들 미리 찍어놨는데”. 뒤따른 28940~28967 검토에 BP_CPlayer, T_UE_Logo_M, 필터, Unused Candidate 및 Export 화면 식별. 29135 추가 자료 보고. 설치·복사 수행자를 이 자료만으로 단정하지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https://github.com/Razria93/Plugin_Portfolio_UE5.4/blob/724eaba9790859066d7b34baf48c5efd7a9f877e/Docs/03_Verification/Exports/portfolio_demo_verification/portfolio_bp_cplayer_dependencies.csv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https://github.com/Razria93/Plugin_Portfolio_UE5.4/blob/724eaba9790859066d7b34baf48c5efd7a9f877e/README.md</a:t>
            </a:r>
          </a:p>
          <a:p xmlns:a="http://schemas.openxmlformats.org/drawingml/2006/main">
            <a:r>
              <a:t>https://github.com/Razria93/Plugin_Portfolio_UE5.4/blob/724eaba9790859066d7b34baf48c5efd7a9f877e/Docs/00_Overview/Project_Plan_KR.md</a:t>
            </a:r>
          </a:p>
          <a:p xmlns:a="http://schemas.openxmlformats.org/drawingml/2006/main">
            <a:r>
              <a:t>https://github.com/Razria93/Plugin_Portfolio_UE5.4/commit/9b6412d</a:t>
            </a:r>
          </a:p>
          <a:p xmlns:a="http://schemas.openxmlformats.org/drawingml/2006/main">
            <a:r>
              <a:t>https://github.com/Razria93/Plugin_Portfolio_UE5.4/blob/724eaba9790859066d7b34baf48c5efd7a9f877e/Docs/04_Governance/Feature_Workflow_KR.md</a:t>
            </a:r>
          </a:p>
          <a:p xmlns:a="http://schemas.openxmlformats.org/drawingml/2006/main">
            <a:r>
              <a:t>https://github.com/Razria93/Plugin_Portfolio_UE5.4/blob/724eaba9790859066d7b34baf48c5efd7a9f877e/Docs/05_Demo/Portfolio_Demo_KR.md</a:t>
            </a:r>
          </a:p>
          <a:p xmlns:a="http://schemas.openxmlformats.org/drawingml/2006/main">
            <a:r>
              <a:t>개발 당시 기여 근거</a:t>
            </a:r>
          </a:p>
          <a:p xmlns:a="http://schemas.openxmlformats.org/drawingml/2006/main">
            <a:r>
              <a:t>본인이 개발 범위와 검증 가능한 단위의 작업 원칙을 제시했다. 개발 세션 main 메시지 39, 382. 개별 기능의 모든 설계가 본인의 독자 제안이라는 의미는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https://github.com/Razria93/Plugin_Portfolio_UE5.4/blob/724eaba9790859066d7b34baf48c5efd7a9f877e/README.md</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순환: main 8464, 8607, 8625, 8668, 8740, 8776 / 필터: main 17984, 18011, 18038, 18059, 18064, 18232 / CSV: main 26673 및 second 27073, 27161, 27170~27171, 27202, 27233. 직접 코드 작성의 근거가 없는 본인 작업에 구현자 표현을 부여하지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https://github.com/Razria93/Plugin_Portfolio_UE5.4/pull/59#discussion_r3610585382</a:t>
            </a:r>
          </a:p>
          <a:p xmlns:a="http://schemas.openxmlformats.org/drawingml/2006/main">
            <a:r>
              <a:t>https://github.com/Razria93/Plugin_Portfolio_UE5.4/blob/724eaba9790859066d7b34baf48c5efd7a9f877e/Docs/03_Verification/Final_Verification_Summary_KR.md</a:t>
            </a:r>
          </a:p>
          <a:p xmlns:a="http://schemas.openxmlformats.org/drawingml/2006/main">
            <a:r>
              <a:t>https://github.com/Razria93/Plugin_Portfolio_UE5.4/blob/724eaba9790859066d7b34baf48c5efd7a9f877e/Docs/05_Demo/Portfolio_Demo_KR.md</a:t>
            </a:r>
          </a:p>
          <a:p xmlns:a="http://schemas.openxmlformats.org/drawingml/2006/main">
            <a:r>
              <a:t>갱신 근거: ../automated_verification/verification.json, ../automated_verification/csv/catalog.json, ../automated_verification/logs/after_events.log</a:t>
            </a:r>
          </a:p>
          <a:p xmlns:a="http://schemas.openxmlformats.org/drawingml/2006/main">
            <a:r>
              <a:t>개발 세션 main 39,92,135,178,334,382,3989. 7월 20일 최종 검증·실제 적용 문서 커밋까지 개발 기간에 포함. 기존 7/13–7/19 표기는 주요 기능 구현 기간.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https://github.com/Razria93/Plugin_Portfolio_UE5.4/blob/724eaba9790859066d7b34baf48c5efd7a9f877e/Docs/05_Demo/Portfolio_Demo_KR.md</a:t>
            </a:r>
          </a:p>
          <a:p xmlns:a="http://schemas.openxmlformats.org/drawingml/2006/main">
            <a:r>
              <a:t>개발 당시 기여 근거</a:t>
            </a:r>
          </a:p>
          <a:p xmlns:a="http://schemas.openxmlformats.org/drawingml/2006/main">
            <a:r>
              <a:t>사용 절차를 설명하는 페이지. UI 기능 목록만으로 본인의 직접 코드 작성 기여를 주장하지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28899: “아까 너가 이야기한 부분들 미리 찍어놨는데”. 뒤따른 28940~28967 검토에 BP_CPlayer, T_UE_Logo_M, 필터, Unused Candidate 및 Export 화면 식별. 29135 추가 자료 보고. 설치·복사 수행자를 이 자료만으로 단정하지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https://github.com/Razria93/Plugin_Portfolio_UE5.4/blob/724eaba9790859066d7b34baf48c5efd7a9f877e/Docs/05_Demo/Portfolio_Demo_KR.md</a:t>
            </a:r>
          </a:p>
          <a:p xmlns:a="http://schemas.openxmlformats.org/drawingml/2006/main">
            <a:r>
              <a:t>https://github.com/Razria93/Plugin_Portfolio_UE5.4/blob/724eaba9790859066d7b34baf48c5efd7a9f877e/Docs/03_Verification/Exports/portfolio_demo_verification/portfolio_bp_cplayer_dependencies.csv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https://github.com/Razria93/Plugin_Portfolio_UE5.4/commit/9b6412d</a:t>
            </a:r>
          </a:p>
          <a:p xmlns:a="http://schemas.openxmlformats.org/drawingml/2006/main">
            <a:r>
              <a:t>https://github.com/Razria93/Plugin_Portfolio_UE5.4/commit/c05e4f9</a:t>
            </a:r>
          </a:p>
          <a:p xmlns:a="http://schemas.openxmlformats.org/drawingml/2006/main">
            <a:r>
              <a:t>https://github.com/Razria93/Plugin_Portfolio_UE5.4/commit/e1a5491</a:t>
            </a:r>
          </a:p>
          <a:p xmlns:a="http://schemas.openxmlformats.org/drawingml/2006/main">
            <a:r>
              <a:t>https://github.com/Razria93/Plugin_Portfolio_UE5.4/blob/724eaba9790859066d7b34baf48c5efd7a9f877e/Docs/04_Governance/Feature_Workflow_KR.md</a:t>
            </a:r>
          </a:p>
          <a:p xmlns:a="http://schemas.openxmlformats.org/drawingml/2006/main">
            <a:r>
              <a:t/>
            </a:r>
          </a:p>
          <a:p xmlns:a="http://schemas.openxmlformats.org/drawingml/2006/main">
            <a:r>
              <a:t>개발 세션 main 39: 작업 전 계획·AGENTS 설정 요청. main 92,135: 문서·AGENTS 작성 요청. main 178: 그래픽스 작업 프레임워크를 프로젝트에 맞게 선별 요청. main 334,382: 기능 단위 계획, 검증 가능한 작은 단위, 문서 업데이트 확인 원칙 제시. 초기 기준과 개발 중 보완을 구분하며, 모든 운영 규칙이 첫날부터 완성됐다는 의미는 아니다. 초기 사전 준비 근거: 9b6412d(2026.07.13 14:09) MVP 문서와 Codex_Init_Prompt는 Tree View 우선, Node Graph 후순위, 게임 전용 코드 비의존을 명시. AGENTS는 미확인 항목을 성공으로 쓰지 않는 원칙도 명시. c05e4f9(19:21)는 .uplugin, Build.cs, Editor 모듈 골격 구현. e1a5491(22:12)은 기능 작업 워크플로우 추가. 슬라이드의 범위 결정과 문서화는 개념적 단계이며 두 개의 별도 커밋을 뜻하지 않는다. 초기 지침 원문: https://github.com/Razria93/Plugin_Portfolio_UE5.4/blob/9b6412d64dfaea2291c294e243e4189d385b618c/Docs/00_Project/Codex_Init_Prompt_KR.md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https://github.com/Razria93/Plugin_Portfolio_UE5.4/blob/724eaba9790859066d7b34baf48c5efd7a9f877e/Docs/04_Governance/Documentation_Responsibility_KR.md</a:t>
            </a:r>
          </a:p>
          <a:p xmlns:a="http://schemas.openxmlformats.org/drawingml/2006/main">
            <a:r>
              <a:t>https://github.com/Razria93/Plugin_Portfolio_UE5.4/blob/724eaba9790859066d7b34baf48c5efd7a9f877e/Docs/04_Governance/Feature_Branch_Document_Flow_KR.md</a:t>
            </a:r>
          </a:p>
          <a:p xmlns:a="http://schemas.openxmlformats.org/drawingml/2006/main">
            <a:r>
              <a:t>https://github.com/Razria93/Plugin_Portfolio_UE5.4/pull/59#discussion_r3610585382</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../automated_verification/csv/AssetReferenceReport_20261021_114138.csv</a:t>
            </a:r>
          </a:p>
          <a:p xmlns:a="http://schemas.openxmlformats.org/drawingml/2006/main">
            <a:r>
              <a:t>../automated_verification/csv/AssetReferenceReport_20261021_114146.csv</a:t>
            </a:r>
          </a:p>
          <a:p xmlns:a="http://schemas.openxmlformats.org/drawingml/2006/main">
            <a:r>
              <a:t>../automated_verification/csv/AssetReferenceReport_20261021_114153.csv</a:t>
            </a:r>
          </a:p>
          <a:p xmlns:a="http://schemas.openxmlformats.org/drawingml/2006/main">
            <a:r>
              <a:t>../automated_verification/csv/AssetReferenceReport_20261021_114202.csv</a:t>
            </a:r>
          </a:p>
          <a:p xmlns:a="http://schemas.openxmlformats.org/drawingml/2006/main">
            <a:r>
              <a:t>개발 당시 기여 근거</a:t>
            </a:r>
          </a:p>
          <a:p xmlns:a="http://schemas.openxmlformats.org/drawingml/2006/main">
            <a:r>
              <a:t>PR #59 Codex 자동 리뷰가 Mode 불일치 발견 주체. 본인의 기본 CSV 3개·화면 5장 제공은 main 26673. 이 자료는 해당 결함의 회귀 테스트가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https://github.com/Razria93/Plugin_Portfolio_UE5.4/pull/59#discussion_r3610585382</a:t>
            </a:r>
          </a:p>
          <a:p xmlns:a="http://schemas.openxmlformats.org/drawingml/2006/main">
            <a:r>
              <a:t>https://github.com/Razria93/Plugin_Portfolio_UE5.4/commit/70c225828dbbbb9f1dad3b4ef71c7c630c9e116a</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27073 실제 apply_patch: 헤더 CurrentTreeMode 추가, BuildRelationTree와 BuildUnusedCandidateTree에서 값 저장, ExportToTimestampedCsv 전달값 수정. 27161 본인 Live Coding 해제 보고. 27202 대응 여부 질문, 27214 커밋·코멘트 가이드 요청, 27233 댓글 게시 보고.</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https://github.com/Razria93/Plugin_Portfolio_UE5.4/commit/70c225828dbbbb9f1dad3b4ef71c7c630c9e116a</a:t>
            </a:r>
          </a:p>
          <a:p xmlns:a="http://schemas.openxmlformats.org/drawingml/2006/main">
            <a:r>
              <a:t>https://github.com/Razria93/Plugin_Portfolio_UE5.4/blob/724eaba9790859066d7b34baf48c5efd7a9f877e/Plugins/AssetReferenceInspector/Source/AssetReferenceInspector/Private/UI/SAssetReferenceInspectorWidget.cpp#L350</a:t>
            </a:r>
          </a:p>
          <a:p xmlns:a="http://schemas.openxmlformats.org/drawingml/2006/main">
            <a:r>
              <a:t>https://github.com/Razria93/Plugin_Portfolio_UE5.4/blob/724eaba9790859066d7b34baf48c5efd7a9f877e/Plugins/AssetReferenceInspector/Source/AssetReferenceInspector/Private/UI/SAssetReferenceInspectorWidget.cpp#L506</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27170 빌드 명령과 27171 출력에서 CSV exporter 및 Widget 컴파일/링크와 종료를 확인. 26673 기본 CSV 3개 및 스크린샷 5장 제공. 수정 후 mode-only export CSV 비교는 2026.10.21 QA 실행에서 양방향으로 확인했다.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https://github.com/Razria93/Plugin_Portfolio_UE5.4/commit/70c225828dbbbb9f1dad3b4ef71c7c630c9e116a</a:t>
            </a:r>
          </a:p>
          <a:p xmlns:a="http://schemas.openxmlformats.org/drawingml/2006/main">
            <a:r>
              <a:t>https://github.com/Razria93/Plugin_Portfolio_UE5.4/pull/59#discussion_r3610620044</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개발 당시 문서 작업: 사용자 main 3739 계획·설계·검증 순서 및 기존 문서 반영 요청, main 3989 Governance 분류 채택·PR 초안 LocalNotes 이동·작성 기준 결정. Codex 문서 이동·이름·참조 링크·운영 규칙 정리 및 게시 본문 작성·형식 검사 보조. CSV 리뷰 당시 사용자: 리뷰 범위 확인, Live Coding 해제 등 환경 대응, 수정 후 커밋·리뷰 대응 절차 진행. Codex: 자동 리뷰 결함 발견, CurrentTreeMode 수정, 빌드와 리뷰 대응 정리. 추가 QA: Dependencies B/D → 버튼만 Referencers로 변경 시 CSV 전체 동일. Referencers 재분석 시 B/A로 변경. 버튼만 Dependencies로 변경 시 CSV 전체 동일. 초기부터 모든 규칙이 완성됐거나 예외 없이 준수됐다는 주장이 아니다. 문서 운영 흐름은 범위·계획(Mini plan), 구현·확인(코드·빌드·화면·CSV), 리뷰·수정(Codex 리뷰·코드 수정), 기록·마감(Docs·Issue·PR)이다. LocalNotes는 계획·초안, Docs는 설계·검증, GitHub는 변경·리뷰를 기록한다. 실제 수정은 결과 생성 시 CurrentTreeMode를 보관하고 CSV에 전달하는 방식이다. 추가 QA 근거의 원본 CSV는 2026.10.21 실행 자료다. Dependencies의 AssetName 전체 행은 DA_QA_B·DA_QA_D이며 Referencers 재분석 후에는 DA_QA_B·DA_QA_A로 바뀐다. 이 상세 대조는 근거 자료에 유지하고 본문에는 리뷰 활용 흐름과 오류·수정·추가 QA 요약을 표시한다. 114138은 Dependencies 분석·저장, 114146은 Referencers 버튼만 전환한 뒤 저장, 114153은 Referencers 재분석·저장 결과다. 114202는 반대 방향 버튼만 전환해도 CSV가 동일한 추가 대조다. 개발 당시 수정 후 확인은 빌드 확인이며 이후 별도 Data Asset QA를 개발 당시 실행으로 표현하지 않는다. 과거 전체 빌드 비교 및 실제 적용 프로젝트 전체 재검증을 의미하지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https://github.com/Razria93/Plugin_Portfolio_UE5.4/blob/724eaba9790859066d7b34baf48c5efd7a9f877e/Plugins/AssetReferenceInspector/Source/AssetReferenceInspector/Private/Export/AssetReferenceCsvExporter.cpp</a:t>
            </a:r>
          </a:p>
          <a:p xmlns:a="http://schemas.openxmlformats.org/drawingml/2006/main">
            <a:r>
              <a:t>개발 당시 기여 근거</a:t>
            </a:r>
          </a:p>
          <a:p xmlns:a="http://schemas.openxmlformats.org/drawingml/2006/main">
            <a:r>
              <a:t>개발 세션 실제 apply_patch 호출에서 Codex의 수정 확인: 8335(경로 재귀), 8638(bIsCircular), 18043(로그), 18064(OnCleared), second 27073(CurrentTreeMode). 본인 기여는 이후 각 사례의 직접 발언·실행 보고로 한정.</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https://github.com/Razria93/Plugin_Portfolio_UE5.4/blob/724eaba9790859066d7b34baf48c5efd7a9f877e/Plugins/AssetReferenceInspector/Source/AssetReferenceInspector/Private/Export/AssetReferenceCsvExporter.cpp</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분석 루프가 위젯 안에 있는 현재 구현 기준. 초기 계획의 별도 AssetReferenceAnalyzer가 완성됐다고 표현하지 않는다. 관계 분석과 미사용 후보 탐색의 별도 진입 경로를 함께 표시했다. 두 경로는 각각 TreeRootItems를 비우고 새 결과로 갱신하며 CurrentTreeMode를 저장한 뒤 RefreshTree를 호출한다. 도식의 합류선은 공통 결과 관리 경로를 뜻하며 두 결과를 병합하거나 누적한다는 뜻이 아니다. 처리 단계 상자는 독립 클래스나 모듈 구분이 아니다. 초기 계획 9b6412d의 MVP는 참조 관계 Tree View이며 Unused Candidate 전체 스캔은 MVP 이후 확장으로 명시했다. 초기 계획 근거: https://github.com/Razria93/Plugin_Portfolio_UE5.4/blob/9b6412d64dfaea2291c294e243e4189d385b618c/Docs/01_Planning/AssetReferenceInspector_MVP_Scope_KR.md 미사용 후보 탐색은 /Game 하위 에셋 수집, 필터 및 클래스 제외, 참조자 수 0 판정이며 삭제 안전성을 뜻하지 않는다. UI/결과/CSV의 공통 경로 표현은 확인한 현재 코드 기준이다.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https://github.com/Razria93/Plugin_Portfolio_UE5.4/blob/724eaba9790859066d7b34baf48c5efd7a9f877e/Docs/02_Architecture/CSV_Export_Format_KR.md</a:t>
            </a:r>
          </a:p>
          <a:p xmlns:a="http://schemas.openxmlformats.org/drawingml/2006/main">
            <a:r>
              <a:t>https://github.com/Razria93/Plugin_Portfolio_UE5.4/pull/59</a:t>
            </a:r>
          </a:p>
          <a:p xmlns:a="http://schemas.openxmlformats.org/drawingml/2006/main">
            <a:r>
              <a:t>https://razria93.github.io/Plugin_Portfolio_UE5.4/portfolio-evidence/development/csv_export_mini_plan_KR.md.html</a:t>
            </a:r>
          </a:p>
          <a:p xmlns:a="http://schemas.openxmlformats.org/drawingml/2006/main">
            <a:r>
              <a:t>개발 당시 기여 근거</a:t>
            </a:r>
          </a:p>
          <a:p xmlns:a="http://schemas.openxmlformats.org/drawingml/2006/main">
            <a:r>
              <a:t>PR #59 Codex 자동 리뷰가 Mode 불일치 발견 주체. 본인의 기본 CSV 3개·화면 5장 제공은 main 26673. 이 자료는 해당 결함의 회귀 테스트가 아니다.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https://github.com/Razria93/Plugin_Portfolio_UE5.4/pull/59#discussion_r3610585382</a:t>
            </a:r>
          </a:p>
          <a:p xmlns:a="http://schemas.openxmlformats.org/drawingml/2006/main">
            <a:r>
              <a:t>https://github.com/Razria93/Plugin_Portfolio_UE5.4/commit/70c225828dbbbb9f1dad3b4ef71c7c630c9e116a</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second 27170 빌드 명령과 27171 출력에서 CSV exporter 및 Widget 컴파일/링크와 종료를 확인. 26673 기본 CSV 3개 및 스크린샷 5장 제공. 수정 후 mode-only export CSV 비교는 2026.10.21 QA 실행에서 양방향으로 확인했다.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https://github.com/Razria93/Plugin_Portfolio_UE5.4/blob/724eaba9790859066d7b34baf48c5efd7a9f877e/Docs/03_Verification/Exports/feature_ari_csv_export/csv_export_dependencies.csv</a:t>
            </a:r>
          </a:p>
          <a:p xmlns:a="http://schemas.openxmlformats.org/drawingml/2006/main">
            <a:r>
              <a:t>https://github.com/Razria93/Plugin_Portfolio_UE5.4/commit/70c225828dbbbb9f1dad3b4ef71c7c630c9e116a</a:t>
            </a:r>
          </a:p>
          <a:p xmlns:a="http://schemas.openxmlformats.org/drawingml/2006/main">
            <a:r>
              <a:t>https://github.com/Razria93/Plugin_Portfolio_UE5.4/pull/59#discussion_r3610620044</a:t>
            </a:r>
          </a:p>
          <a:p xmlns:a="http://schemas.openxmlformats.org/drawingml/2006/main">
            <a:r>
              <a:t>https://github.com/Razria93/Plugin_Portfolio_UE5.4/pull/59#discussion_r3610585382</a:t>
            </a:r>
          </a:p>
          <a:p xmlns:a="http://schemas.openxmlformats.org/drawingml/2006/main">
            <a:r>
              <a:t>갱신 근거: ../automated_verification/verification.json, ../automated_verification/csv/catalog.json, ../automated_verification/logs/after_events.log</a:t>
            </a:r>
          </a:p>
          <a:p xmlns:a="http://schemas.openxmlformats.org/drawingml/2006/main">
            <a:r>
              <a:t>LocalNotes mini plan은 비공개 작업 초안이며 현재 파일의 Status는 Draft. 계획 내용과 구현·공개 PR 기록을 대조했다. 초안의 완료 상태를 승인 완료로 해석하지 않는다. 계획의 Goal은 에디터 화면의 분석 결과를 외부에서 검토 가능한 파일로 내보내는 것이다. 표의 구현 반영 내용은 코드·구현 기록과 대응하며, 모든 세부 예외 조건을 실행 검증했다는 주장이 아니다. 별도 기본 확인 영역은 개발 당시 사용자 제공 CSV 3개·화면 5장과 빌드 기록을 나타낸다. 다음 AI 리뷰 사례의 모드 전환 회귀 확인·2026.10 추가 QA와 구분한다. 이번 수정에서 새 에디터 실행이나 추가 기능 검증을 수행하지 않았다. 주 화면은 개발 당시 csv_export_dependencies_success.png 한 장에서 선택 상태·결과 트리·Export CSV 버튼·성공 알림을 그대로 발췌해 배치했다. 크롭 사이의 화살표는 저장 과정을 설명하는 도식이며 연속 촬영이나 새 실행으로 제시하지 않는다. 결과 표는 개발 당시 csv_export_dependencies.csv 원본의 AssetName·Depth·Mode 3개 열 및 데이터 3개 행 전체를 값 변경 없이 옮긴 편집 가능한 표다. Excel 화면 캡처가 아니며 당시 검증 기록은 Excel 같은 외부 spreadsheet 도구에서 열기 미수행을 명시한다. 화면과 CSV의 BP_Dummy→M_Dummy→T_Dummy_Color 관계·깊이가 일치한다. 전체 10개 열은 CSV 원본 링크에 보존. 화면의 자료는 개발 당시 기본 저장 확인이며 다음 페이지의 모드 전환 추가 QA와 다른 확인 항목이다. 개발 당시 CSV 3개·화면 5장·빌드 확인, Excel 외부 열기 미확인, 저장 대화상자·JSON 출력·관계 분석 코드의 별도 클래스 분리 제외 범위를 evidence/verification_scope/index.html#csv에 명시했다. 원본 이미지는 늘이거나 왜곡하지 않고 비율을 유지했으며 세 자료 영역의 상단272·하단392를 맞췄다. 파일 형식·지정 폴더 저장·성공/실패 알림 계획과 구현 내용은 계획 초안 및 기존 PR 근거에 보존한다.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https://github.com/Razria93/Plugin_Portfolio_UE5.4/commit/d0958bde0faaa43b60eee7189e955396664ee909</a:t>
            </a:r>
          </a:p>
          <a:p xmlns:a="http://schemas.openxmlformats.org/drawingml/2006/main">
            <a:r>
              <a:t>https://github.com/Razria93/Plugin_Portfolio_UE5.4/blob/724eaba9790859066d7b34baf48c5efd7a9f877e/Docs/03_Verification/Build_Verification_Log_KR.md</a:t>
            </a:r>
          </a:p>
          <a:p xmlns:a="http://schemas.openxmlformats.org/drawingml/2006/main">
            <a:r>
              <a:t>evidence/unused_implementation_history.txt</a:t>
            </a:r>
          </a:p>
          <a:p xmlns:a="http://schemas.openxmlformats.org/drawingml/2006/main">
            <a:r>
              <a:t>evidence/unused_candidates_all_project_content.png</a:t>
            </a:r>
          </a:p>
          <a:p xmlns:a="http://schemas.openxmlformats.org/drawingml/2006/main">
            <a:r>
              <a:t/>
            </a:r>
          </a:p>
          <a:p xmlns:a="http://schemas.openxmlformats.org/drawingml/2006/main">
            <a:r>
              <a:t>실제 스캔 범위는 프로젝트 콘텐츠 /Game 아래이며 /Game 밖 콘텐츠까지 확대한 사례가 아님. 초기 구현은 main25030 작업 중 패치이며 출시된 구버전 장애나 과거 전체 빌드 재실행 비교가 아님. 왼쪽의 선택한 에셋·사용하는 에셋·목록에 없는 에셋은 당시 코드 구조를 설명하는 개념도이며 실험 에셋 이름이나 재현 데이터가 아님. 목록에 없는 에셋의 누락은 수집 범위의 구조적 한계. 오른쪽은 2026.07 개발 당시 원본 화면을 비율 유지하여 발췌. Selected Asset None, /Game 경로, 실제 BP_Dummy·T_Unused_Color 후보를 표시. 개발 당시 사용자 판단과 Codex 기여는 다음 페이지와 연결 근거에 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https://github.com/Razria93/Plugin_Portfolio_UE5.4/blob/724eaba9790859066d7b34baf48c5efd7a9f877e/Plugins/AssetReferenceInspector/Source/AssetReferenceInspector/Private/UI/SAssetReferenceInspectorWidget.cpp#L592-L614</a:t>
            </a:r>
          </a:p>
          <a:p xmlns:a="http://schemas.openxmlformats.org/drawingml/2006/main">
            <a:r>
              <a:t>https://github.com/Razria93/Plugin_Portfolio_UE5.4/blob/724eaba9790859066d7b34baf48c5efd7a9f877e/Plugins/AssetReferenceInspector/Source/AssetReferenceInspector/Private/UI/SAssetReferenceInspectorWidget.cpp#L738-L741</a:t>
            </a:r>
          </a:p>
          <a:p xmlns:a="http://schemas.openxmlformats.org/drawingml/2006/main">
            <a:r>
              <a:t>https://github.com/Razria93/Plugin_Portfolio_UE5.4/commit/d0958bde0faaa43b60eee7189e955396664ee909</a:t>
            </a:r>
          </a:p>
          <a:p xmlns:a="http://schemas.openxmlformats.org/drawingml/2006/main">
            <a:r>
              <a:t>evidence/unused_implementation_history.txt</a:t>
            </a:r>
          </a:p>
          <a:p xmlns:a="http://schemas.openxmlformats.org/drawingml/2006/main">
            <a:r>
              <a:t>evidence/unused_development_verification_excerpt.txt</a:t>
            </a:r>
          </a:p>
          <a:p xmlns:a="http://schemas.openxmlformats.org/drawingml/2006/main">
            <a:r>
              <a:t/>
            </a:r>
          </a:p>
          <a:p xmlns:a="http://schemas.openxmlformats.org/drawingml/2006/main">
            <a:r>
              <a:t>실제 구현 범위: /Game 하위 에셋을 GetAssetsByPath로 수집. 필터·World/Redirector 제외 조건 및 GetReferencers 결과 수0 판정을 유지. 프로젝트 전체라는 본문 표현은 이 프로젝트 콘텐츠 범위를 뜻하며 모든 외부 콘텐츠 또는 사용 여부 완전 판정을 뜻하지 않음. 개발 당시 사용자 작업: main25119·25128 기능 목적 재검토, 25137 전체 에셋 탐색 전환 제안, 25146 계획부터 수정 요청, 화면 제공·25227 후보 이동 확인. Codex 작업: main25157 계획 재작성,25172 전체 스캔과 후보 판정 구현, 필터·UI 연결·빌드·검증 기록 정리. 초기에도 GetReferencers 결과 수0 판정이 있었으며 수집 범위를 변경한 사례. SearchAllAssets/WaitForCompletion 후속 리뷰 보완은 이 시점 원인·수정으로 소급하지 않음. 후보는 Asset Registry 조회에서 참조자가 없는 에셋이며 다른 에셋을 사용하지 않는다는 의미가 아님. 삭제 안전성 판정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a:t>
            </a:r>
          </a:p>
          <a:p xmlns:a="http://schemas.openxmlformats.org/drawingml/2006/main">
            <a:r>
              <a:t>https://github.com/Razria93/Plugin_Portfolio_UE5.4/blob/724eaba9790859066d7b34baf48c5efd7a9f877e/Docs/03_Verification/Build_Verification_Log_KR.md</a:t>
            </a:r>
          </a:p>
          <a:p xmlns:a="http://schemas.openxmlformats.org/drawingml/2006/main">
            <a:r>
              <a:t>../automated_verification/csv/AssetReferenceReport_20261021_113803.csv</a:t>
            </a:r>
          </a:p>
          <a:p xmlns:a="http://schemas.openxmlformats.org/drawingml/2006/main">
            <a:r>
              <a:t>../automated_verification/csv/AssetReferenceReport_20261021_113832.csv</a:t>
            </a:r>
          </a:p>
          <a:p xmlns:a="http://schemas.openxmlformats.org/drawingml/2006/main">
            <a:r>
              <a:t>개발 당시 기여 근거</a:t>
            </a:r>
          </a:p>
          <a:p xmlns:a="http://schemas.openxmlformats.org/drawingml/2006/main">
            <a:r>
              <a:t>개발 세션 main 8607: 방어가 없을 때의 결과를 보여줄 필요를 제기. 8668: 비포 애프터 모두 요구. 8740: “일부러 순환 방어하는거 끄고 찍은건데”. 8776: 네 장과 최종 결과 화면 저장 보고. 이는 비교 실험 참여의 근거이며 직접 코드 편집 방법까지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https://github.com/Razria93/Plugin_Portfolio_UE5.4/blob/724eaba9790859066d7b34baf48c5efd7a9f877e/Docs/03_Verification/Build_Verification_Log_KR.md#L500</a:t>
            </a:r>
          </a:p>
          <a:p xmlns:a="http://schemas.openxmlformats.org/drawingml/2006/main">
            <a:r>
              <a:t>https://github.com/Razria93/Plugin_Portfolio_UE5.4/blob/724eaba9790859066d7b34baf48c5efd7a9f877e/Docs/03_Verification/Screenshots/feature_ari_max_depth_tree/cycle_guard_before.png</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8464: 자식 노드를 추가한 후 순환 판정하는 위치에 질문. 8607: 순환 말단도 의존관계이므로 보여야 한다는 판단. 8625: 감지 변수 추가 요구. 8335와 8638 apply_patch는 Codex의 실제 구현 기록.</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https://github.com/Razria93/Plugin_Portfolio_UE5.4/blob/724eaba9790859066d7b34baf48c5efd7a9f877e/Plugins/AssetReferenceInspector/Source/AssetReferenceInspector/Private/UI/SAssetReferenceInspectorWidget.cpp#L530</a:t>
            </a:r>
          </a:p>
          <a:p xmlns:a="http://schemas.openxmlformats.org/drawingml/2006/main">
            <a:r>
              <a:t>https://github.com/Razria93/Plugin_Portfolio_UE5.4/blob/724eaba9790859066d7b34baf48c5efd7a9f877e/Docs/03_Verification/Build_Verification_Log_KR.md#L500</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8740, 8776의 방어 전후 화면 확보 보고. 후속 순환 표시 기능에서 24017에 LocalNotes 화면 제공. 공유 에셋 분기 유지는 2026.10.21 QA Data Asset 실행으로 추가 확인했다.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https://github.com/Razria93/Plugin_Portfolio_UE5.4/blob/724eaba9790859066d7b34baf48c5efd7a9f877e/Docs/03_Verification/Build_Verification_Log_KR.md#L500</a:t>
            </a:r>
          </a:p>
          <a:p xmlns:a="http://schemas.openxmlformats.org/drawingml/2006/main">
            <a:r>
              <a:t>https://github.com/Razria93/Plugin_Portfolio_UE5.4/blob/724eaba9790859066d7b34baf48c5efd7a9f877e/Docs/03_Verification/Build_Verification_Log_KR.md#L1029</a:t>
            </a:r>
          </a:p>
          <a:p xmlns:a="http://schemas.openxmlformats.org/drawingml/2006/main">
            <a:r>
              <a:t>https://github.com/Razria93/Plugin_Portfolio_UE5.4/blob/724eaba9790859066d7b34baf48c5efd7a9f877e/Plugins/AssetReferenceInspector/Source/AssetReferenceInspector/Private/UI/SAssetReferenceInspectorWidget.cpp#L530</a:t>
            </a:r>
          </a:p>
          <a:p xmlns:a="http://schemas.openxmlformats.org/drawingml/2006/main">
            <a:r>
              <a:t>갱신 근거: ../automated_verification/verification.json, ../automated_verification/csv/catalog.json, ../automated_verification/logs/after_events.log</a:t>
            </a:r>
          </a:p>
          <a:p xmlns:a="http://schemas.openxmlformats.org/drawingml/2006/main">
            <a:r>
              <a:t>main 8607·8668: 방어 전후 비교 요청. main 8740: 사용자가 의도적으로 방어를 끈 상태라고 명시. 장애를 발견하고 방어 코드를 새로 추가한 사례로 표현하지 않는다. 전후 화면은 개발 당시 Blueprint이며, 추가 QA는 별도 Data Asset hard reference이다. 기존 실제 프로젝트의 재실행 검증이 아니다. 왼쪽 공유·순환 그림은 코드 동작을 설명하는 편집 가능한 도식이며, 에셋 문자는 추가 QA의 A/B/C/D 및 E/F/E와 맞췄다. 개발 당시 Blueprint 화면의 문자를 바꾸거나 새로운 실행 화면으로 제시한 것이 아니다. 정상 공유는 같은 에셋 D에 대한 서로 다른 부모 관계를 보존해야 하므로 현재 경로 재등장을 기준으로 순환을 판정한다. 모든 방문 에셋을 일괄 제외하는 버그가 실제로 발생했다고 주장하지 않는다. CSV 113803은 D가 부모 B와 C 아래 각각 존재하며, CSV 113832는 E(깊이0)·F(깊이1)·E(깊이2, IsCircular=true) 세 행으로 끝난다. 최대 깊이 3은 같은 순환 시험의 설정이며 별도 세 번째 실험이 아니다. 깊이 제한에 이르기 전에 순환으로 종료한 결과를 보여준다. 이번 자료 수정에서 새 에디터 검증은 실행하지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../automated_verification/csv/AssetReferenceReport_20261021_114354.csv</a:t>
            </a:r>
          </a:p>
          <a:p xmlns:a="http://schemas.openxmlformats.org/drawingml/2006/main">
            <a:r>
              <a:t>../automated_verification/csv/AssetReferenceReport_20261021_113930.csv</a:t>
            </a:r>
          </a:p>
          <a:p xmlns:a="http://schemas.openxmlformats.org/drawingml/2006/main">
            <a:r>
              <a:t>../automated_verification/logs/after_events.log</a:t>
            </a:r>
          </a:p>
          <a:p xmlns:a="http://schemas.openxmlformats.org/drawingml/2006/main">
            <a:r>
              <a:t>개발 당시 기여 근거</a:t>
            </a:r>
          </a:p>
          <a:p xmlns:a="http://schemas.openxmlformats.org/drawingml/2006/main">
            <a:r>
              <a:t>main 17984: 본인이 Enter로 텍스트 소실·전체 결과 표시를 보고. 18011: 초기 설명 재질문. 18038: 로그 확인 요구. 18043: Codex 로그 추가. 18059: 본인이 5가지 조작의 원본 로그 제공. 최초 5번 로그는 CommitType=2로 기록돼 있으므로 Escape=OnCleared를 그 로그로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18064의 apply_patch로 Codex 수정 확인. 초기 Codex 설명에는 오해가 있었고 본인의 재질문·로그 수집 후 OnEnter 다음 OnCleared가 호출되는 관측으로 원인을 좁혔다. OnCleared는 빈 문자열 자체와 동일하지 않다.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p xmlns:a="http://schemas.openxmlformats.org/drawingml/2006/main">
            <a:r>
              <a:t>갱신 근거: ../automated_verification/verification.json, ../automated_verification/csv/catalog.json, ../automated_verification/logs/after_events.log</a:t>
            </a:r>
          </a:p>
          <a:p xmlns:a="http://schemas.openxmlformats.org/drawingml/2006/main">
            <a:r>
              <a:t>UI 캡처의 Path Filter 위치에 윤곽선 주석만 추가. 원본 값·결과는 변경하지 않음. 과거 전체 빌드 비교가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https://github.com/Razria93/Plugin_Portfolio_UE5.4/blob/724eaba9790859066d7b34baf48c5efd7a9f877e/Plugins/AssetReferenceInspector/Source/AssetReferenceInspector/Private/UI/SAssetReferenceInspectorWidget.cpp#L393-L401</a:t>
            </a:r>
          </a:p>
          <a:p xmlns:a="http://schemas.openxmlformats.org/drawingml/2006/main">
            <a:r>
              <a:t>evidence/filter_development_excerpt.txt</a:t>
            </a:r>
          </a:p>
          <a:p xmlns:a="http://schemas.openxmlformats.org/drawingml/2006/main">
            <a:r>
              <a:t>개발 당시 기여 근거</a:t>
            </a:r>
          </a:p>
          <a:p xmlns:a="http://schemas.openxmlformats.org/drawingml/2006/main">
            <a:r>
              <a:t>main 17984: 본인이 Enter로 텍스트 소실·전체 결과 표시를 보고. 18011: 초기 설명 재질문. 18038: 로그 확인 요구. 18043: Codex 로그 추가. 18059: 본인이 5가지 조작의 원본 로그 제공. 최초 5번 로그는 CommitType=2로 기록돼 있으므로 Escape=OnCleared를 그 로그로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18064의 apply_patch로 Codex 수정 확인. 초기 Codex 설명에는 오해가 있었고 본인의 재질문·로그 수집 후 OnEnter 다음 OnCleared가 호출되는 관측으로 원인을 좁혔다. OnCleared는 빈 문자열 자체와 동일하지 않다.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18232 본인: “/Script/ 저장해놓고 ... /Game/ 쓰고 Esc로 빠지면 /Script/ 로 돌아와”. 이는 수정 후 직접 실행 보고이며 캡처형 회귀 테스트 전체를 의미하지 않는다. 표의 빈 값 등 기본 적용 결과도 모든 수정 후 시나리오 완료를 뜻하지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https://github.com/Razria93/Plugin_Portfolio_UE5.4/blob/724eaba9790859066d7b34baf48c5efd7a9f877e/Docs/03_Verification/Build_Verification_Log_KR.md#L714</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main17984 Enter 소실 보고;18011 분류 질문;18038 로그 요청;18059 이벤트1/3 모두Text /Game/. 이전 CommitType==OnCleared ? FString() : InText.ToString()에서 빈 문자열 생성.18232 사용자가 Escape복원 확인.전후 동작 흐름은 이 사례의 관찰된 호출 순서를 설명하며, 모든 Enter 입력의 일반 동작이라는 의미는 아닙니다. 코드 보조 근거는 기존 삼항식과 수정 후 반환 분기만 발췌했습니다.</a:t>
            </a:r>
          </a:p>
          <a:p xmlns:a="http://schemas.openxmlformats.org/drawingml/2006/main">
            <a:r>
              <a:t/>
            </a:r>
          </a:p>
          <a:p xmlns:a="http://schemas.openxmlformats.org/drawingml/2006/main">
            <a:r>
              <a:t/>
            </a:r>
          </a:p>
          <a:p xmlns:a="http://schemas.openxmlformats.org/drawingml/2006/main">
            <a:r>
              <a:t>개발 당시 역할 기록</a:t>
            </a:r>
          </a:p>
          <a:p xmlns:a="http://schemas.openxmlformats.org/drawingml/2006/main">
            <a:r>
              <a:t>사용자 작업: Enter 오류 발견과 초기 설명 재검토 요청. 조작별 로그 제공·수정 후 Escape 복원 확인.</a:t>
            </a:r>
          </a:p>
          <a:p xmlns:a="http://schemas.openxmlformats.org/drawingml/2006/main">
            <a:r>
              <a:t>Codex 작업: 이벤트 로그 추가와 원인 분석. OnCleared 처리 수정.</a:t>
            </a:r>
          </a:p>
          <a:p xmlns:a="http://schemas.openxmlformats.org/drawingml/2006/main">
            <a:r>
              <a:t>근거: 개발 세션 main 17984, 18011, 18038, 18059, 18232 및 당시 수정 기록.</a:t>
            </a:r>
          </a:p>
          <a:p xmlns:a="http://schemas.openxmlformats.org/drawingml/2006/main">
            <a:r>
              <a:t>개발 당시 역할이며 2026.10 추가 QA 수행과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../automated_verification/logs/after_events.log</a:t>
            </a:r>
          </a:p>
          <a:p xmlns:a="http://schemas.openxmlformats.org/drawingml/2006/main">
            <a:r>
              <a:t>../automated_verification/csv/AssetReferenceReport_20261021_113930.csv</a:t>
            </a:r>
          </a:p>
          <a:p xmlns:a="http://schemas.openxmlformats.org/drawingml/2006/main">
            <a:r>
              <a:t>../automated_verification/csv/AssetReferenceReport_20261021_113948.csv</a:t>
            </a:r>
          </a:p>
          <a:p xmlns:a="http://schemas.openxmlformats.org/drawingml/2006/main">
            <a:r>
              <a:t>../automated_verification/csv/AssetReferenceReport_20261021_114009.csv</a:t>
            </a:r>
          </a:p>
          <a:p xmlns:a="http://schemas.openxmlformats.org/drawingml/2006/main">
            <a:r>
              <a:t>../automated_verification/csv/AssetReferenceReport_20261021_114032.csv</a:t>
            </a:r>
          </a:p>
          <a:p xmlns:a="http://schemas.openxmlformats.org/drawingml/2006/main">
            <a:r>
              <a:t>../automated_verification/screenshots/case2_enter_B_only.png</a:t>
            </a:r>
          </a:p>
          <a:p xmlns:a="http://schemas.openxmlformats.org/drawingml/2006/main">
            <a:r>
              <a:t>../automated_verification/screenshots/case2_click_C_only.png</a:t>
            </a:r>
          </a:p>
          <a:p xmlns:a="http://schemas.openxmlformats.org/drawingml/2006/main">
            <a:r>
              <a:t>../automated_verification/screenshots/case2_escape_restores_C.png</a:t>
            </a:r>
          </a:p>
          <a:p xmlns:a="http://schemas.openxmlformats.org/drawingml/2006/main">
            <a:r>
              <a:t>../automated_verification/screenshots/case2_empty_filter.png</a:t>
            </a:r>
          </a:p>
          <a:p xmlns:a="http://schemas.openxmlformats.org/drawingml/2006/main">
            <a:r>
              <a:t>../automated_verification/검증결과.html#case2</a:t>
            </a:r>
          </a:p>
          <a:p xmlns:a="http://schemas.openxmlformats.org/drawingml/2006/main">
            <a:r>
              <a:t>evidence/filter_development_excerpt.txt</a:t>
            </a:r>
          </a:p>
          <a:p xmlns:a="http://schemas.openxmlformats.org/drawingml/2006/main">
            <a:r>
              <a:t>개발 당시 기여 근거</a:t>
            </a:r>
          </a:p>
          <a:p xmlns:a="http://schemas.openxmlformats.org/drawingml/2006/main">
            <a:r>
              <a:t>main 17984: 본인이 Enter로 텍스트 소실·전체 결과 표시를 보고. 18011: 초기 설명 재질문. 18038: 로그 확인 요구. 18043: Codex 로그 추가. 18059: 본인이 5가지 조작의 원본 로그 제공. 최초 5번 로그는 CommitType=2로 기록돼 있으므로 Escape=OnCleared를 그 로그로 입증하지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18064의 apply_patch로 Codex 수정 확인. 초기 Codex 설명에는 오해가 있었고 본인의 재질문·로그 수집 후 OnEnter 다음 OnCleared가 호출되는 관측으로 원인을 좁혔다. OnCleared는 빈 문자열 자체와 동일하지 않다.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p xmlns:a="http://schemas.openxmlformats.org/drawingml/2006/main">
            <a:r>
              <a:t>갱신 근거: ../automated_verification/verification.json, ../automated_verification/csv/catalog.json, ../automated_verification/logs/after_events.log</a:t>
            </a:r>
          </a:p>
          <a:p xmlns:a="http://schemas.openxmlformats.org/drawingml/2006/main">
            <a:r>
              <a:t/>
            </a:r>
          </a:p>
          <a:p xmlns:a="http://schemas.openxmlformats.org/drawingml/2006/main">
            <a:r>
              <a:t>개발 당시 기여 근거</a:t>
            </a:r>
          </a:p>
          <a:p xmlns:a="http://schemas.openxmlformats.org/drawingml/2006/main">
            <a:r>
              <a:t>main 18232 본인: “/Script/ 저장해놓고 ... /Game/ 쓰고 Esc로 빠지면 /Script/ 로 돌아와”. 이는 수정 후 직접 실행 보고이며 캡처형 회귀 테스트 전체를 의미하지 않는다. 표의 빈 값 등 기본 적용 결과도 모든 수정 후 시나리오 완료를 뜻하지 않는다.</a:t>
            </a:r>
          </a:p>
          <a:p xmlns:a="http://schemas.openxmlformats.org/drawingml/2006/main">
            <a:r>
              <a:t>대화 출처</a:t>
            </a:r>
          </a:p>
          <a:p xmlns:a="http://schemas.openxmlformats.org/drawingml/2006/main">
            <a:r>
              <a:t>플러그인 개발 세션: 019f7a7e-ea8d-7611-b5db-f03ab6a5ccf4 (main), 019f7a7f-ffc7-7561-8d6e-f787f3a6f75b (second). 숫자는 보존된 세션 로그의 레코드 위치이며 날짜가 아니다.</a:t>
            </a:r>
          </a:p>
          <a:p xmlns:a="http://schemas.openxmlformats.org/drawingml/2006/main">
            <a:r>
              <a:t>검증 상태</a:t>
            </a:r>
          </a:p>
          <a:p xmlns:a="http://schemas.openxmlformats.org/drawingml/2006/main">
            <a:r>
              <a:t>2026.10.21 갱신: 현재 코드 세 시나리오 실행 자료를 확보하고 보존된 CSV·로그를 재대조했다. 현재 필터 4조건을 확인했으나 이전 처리의 클릭·Escape·빈 값은 비교하지 않았다. 이전 전체 빌드는 실행하지 않았다. 이번 QA 자동 검증은 개발 당시 본인 기여로 소급하지 않는다.</a:t>
            </a:r>
          </a:p>
          <a:p xmlns:a="http://schemas.openxmlformats.org/drawingml/2006/main">
            <a:r>
              <a:t>출처:</a:t>
            </a:r>
          </a:p>
          <a:p xmlns:a="http://schemas.openxmlformats.org/drawingml/2006/main">
            <a:r>
              <a:t>https://github.com/Razria93/Plugin_Portfolio_UE5.4/blob/724eaba9790859066d7b34baf48c5efd7a9f877e/Docs/03_Verification/Build_Verification_Log_KR.md#L714</a:t>
            </a:r>
          </a:p>
          <a:p xmlns:a="http://schemas.openxmlformats.org/drawingml/2006/main">
            <a:r>
              <a:t>https://github.com/Razria93/Plugin_Portfolio_UE5.4/blob/724eaba9790859066d7b34baf48c5efd7a9f877e/Docs/03_Verification/Build_Verification_Log_KR.md#L723</a:t>
            </a:r>
          </a:p>
          <a:p xmlns:a="http://schemas.openxmlformats.org/drawingml/2006/main">
            <a:r>
              <a:t>https://github.com/Razria93/Plugin_Portfolio_UE5.4/blob/724eaba9790859066d7b34baf48c5efd7a9f877e/Plugins/AssetReferenceInspector/Source/AssetReferenceInspector/Private/UI/SAssetReferenceInspectorWidget.cpp#L393</a:t>
            </a:r>
          </a:p>
          <a:p xmlns:a="http://schemas.openxmlformats.org/drawingml/2006/main">
            <a:r>
              <a:t>갱신 근거: ../automated_verification/verification.json, ../automated_verification/csv/catalog.json, ../automated_verification/logs/after_events.log</a:t>
            </a:r>
          </a:p>
          <a:p xmlns:a="http://schemas.openxmlformats.org/drawingml/2006/main">
            <a:r>
              <a:t>개발 당시 검증: 사용자가 수정 후 Escape 복원을 확인한 기록(main 18232). 개발 당시 사용자 작업: Enter 오류 발견, 초기 설명 재검토 요청, 조작별 로그 제공 및 Escape 복원 확인. 개발 당시 Codex 작업: 이벤트 로그 추가, 원인 분석, OnCleared 처리 수정.</a:t>
            </a:r>
          </a:p>
          <a:p xmlns:a="http://schemas.openxmlformats.org/drawingml/2006/main">
            <a:r>
              <a:t>추가 QA: 2026.10.21 Codex가 별도 UE5.4 Data Asset 환경에서 실행. 이 페이지 화면·CSV는 추가 QA 자료이며 개발 당시 자료와 구분. 기존 화면의 Path Filter와 결과 트리 부분만 비율 유지하여 발췌. CSV 발췌는 113930 원본의 AssetName, Path 열과 2개 데이터 행 모두를 그대로 사용.</a:t>
            </a:r>
          </a:p>
          <a:p xmlns:a="http://schemas.openxmlformats.org/drawingml/2006/main">
            <a:r>
              <a:t>입력 순서: B 경로 Enter 확정(113930 A/B 2행), C 경로 클릭 확정(113948 A/C 2행), B로 편집 후 Escape로 C 복원(114009, 직전 CSV와 모든 열·행 동일), 빈 값 Enter 확정(114032 10행). A는 필터에 관계없이 포함되는 루트. B와 C는 BranchB/BranchC 폴더의 대상. 10행은 고유 에셋 수나 성능 개선 수치가 아님.</a:t>
            </a:r>
          </a:p>
          <a:p xmlns:a="http://schemas.openxmlformats.org/drawingml/2006/main">
            <a:r>
              <a:t>이전 콜백 재구성 비교는 Enter만 수행(114354 10행). 이전 처리의 클릭·Escape·빈 값은 미비교. 과거 전체 빌드 실행 및 다른 UE 버전은 미검증. 전체 검증 범위는 evidence/verification_scope/index.html 근거 문서에 보존. 이번 수정에서는 새 에디터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a:t>
            </a:r>
          </a:p>
          <a:p xmlns:a="http://schemas.openxmlformats.org/drawingml/2006/main">
            <a:r>
              <a:t>https://github.com/Razria93/Plugin_Portfolio_UE5.4/blob/724eaba9790859066d7b34baf48c5efd7a9f877e/Docs/03_Verification/Build_Verification_Log_KR.md</a:t>
            </a:r>
          </a:p>
          <a:p xmlns:a="http://schemas.openxmlformats.org/drawingml/2006/main">
            <a:r>
              <a:t>https://github.com/Razria93/Plugin_Portfolio_UE5.4/issues/54</a:t>
            </a:r>
          </a:p>
          <a:p xmlns:a="http://schemas.openxmlformats.org/drawingml/2006/main">
            <a:r>
              <a:t>https://github.com/Razria93/Plugin_Portfolio_UE5.4/pull/55</a:t>
            </a:r>
          </a:p>
          <a:p xmlns:a="http://schemas.openxmlformats.org/drawingml/2006/main">
            <a:r>
              <a:t>evidence/unused_development_verification_excerpt.txt</a:t>
            </a:r>
          </a:p>
          <a:p xmlns:a="http://schemas.openxmlformats.org/drawingml/2006/main">
            <a:r>
              <a:t>evidence/unused_candidates_all_project_content.png</a:t>
            </a:r>
          </a:p>
          <a:p xmlns:a="http://schemas.openxmlformats.org/drawingml/2006/main">
            <a:r>
              <a:t>evidence/unused_candidates_path_filter.png</a:t>
            </a:r>
          </a:p>
          <a:p xmlns:a="http://schemas.openxmlformats.org/drawingml/2006/main">
            <a:r>
              <a:t>evidence/unused_candidates_class_filter.png</a:t>
            </a:r>
          </a:p>
          <a:p xmlns:a="http://schemas.openxmlformats.org/drawingml/2006/main">
            <a:r>
              <a:t>evidence/unused_candidates_no_match.png</a:t>
            </a:r>
          </a:p>
          <a:p xmlns:a="http://schemas.openxmlformats.org/drawingml/2006/main">
            <a:r>
              <a:t/>
            </a:r>
          </a:p>
          <a:p xmlns:a="http://schemas.openxmlformats.org/drawingml/2006/main">
            <a:r>
              <a:t>검증 시점은 2026.07 개발 당시이며 2026.10 추가 QA나 이번 수정 중 새 에디터 실행이 아님. 실제 화면4장에 전체조회후보2개, 경로필터1개, Texture2D필터1개, 일치하지않는경로의빈결과가 남음. 메인 이미지는 원본의 Selected Asset None·Scan Unused Candidates 버튼 영역과 후보 결과 영역을 각각 발췌한 기존 자산이며 픽셀 내용 변경 없음. 두 영역은 같은 개발 당시 원본 화면에서 발췌. 2개는 당시 테스트 결과의 수이며 일반적인 후보 수 또는 성능 수치가 아님. 원본전체화면으로 연결. 후보더블클릭의 Content Browser Sync, 참조자있는에셋제외 및 /Script·/Engine제외는 main25227사용자확인과 Build_Verification_Log_KR.md1151–1174 기록. 화면만으로 참조관계나 실제이동장면을 재현했다고 주장하지 않음. 사용자: 화면제공·동작확인. Codex: 구현·빌드·검증문서정리. Soft Reference·Asset Manager·동적로딩사용여부·삭제안전성미검증,대규모성능미측정.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f62395d54244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9dbe18e4804e32" /><Relationship Type="http://schemas.openxmlformats.org/officeDocument/2006/relationships/slideLayout" Target="/ppt/slideLayouts/slideLayout1.xml" Id="R65392637f1aa4a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392637f1aa4a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fb461d0662347c0"/><Relationship Type="http://schemas.openxmlformats.org/officeDocument/2006/relationships/image" Target="/ppt/media/image.jpeg" Id="R89effad5609f4263"/><Relationship Type="http://schemas.openxmlformats.org/officeDocument/2006/relationships/image" Target="/ppt/media/image.png" Id="R8c7c5a8cb7314212"/><Relationship Type="http://schemas.openxmlformats.org/officeDocument/2006/relationships/notesSlide" Target="/ppt/notesSlides/notesSlide1.xml" Id="R8101d45c4820400a"/><Relationship Id="rIdProfile9" Type="http://schemas.openxmlformats.org/officeDocument/2006/relationships/image" Target="../media/reference_profile.jpeg"/><Relationship Id="rIdLink6" Type="http://schemas.openxmlformats.org/officeDocument/2006/relationships/slide" Target="slide3.xml"/><Relationship Id="rIdLink7" Type="http://schemas.openxmlformats.org/officeDocument/2006/relationships/hyperlink" Target="https://github.com/Razria93/Plugin_Portfolio_UE5.4" TargetMode="External"/><Relationship Id="rIdLink8" Type="http://schemas.openxmlformats.org/officeDocument/2006/relationships/hyperlink" Target="https://razria93.github.io/site/details/Plugin_Portfolio_UE5.4/portfolio-evidence/index.html" TargetMode="External"/><Relationship Id="rIdLink9" Type="http://schemas.openxmlformats.org/officeDocument/2006/relationships/hyperlink" Target="mailto:dsyeom931008@gmail.com" TargetMode="External"/><Relationship Id="rIdLink10" Type="http://schemas.openxmlformats.org/officeDocument/2006/relationships/hyperlink" Target="https://github.com/Razria93" TargetMode="Externa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1752ab44a88b4fa3"/><Relationship Type="http://schemas.openxmlformats.org/officeDocument/2006/relationships/notesSlide" Target="/ppt/notesSlides/notesSlide2.xml" Id="R0cf6fa7e72394fa2"/><Relationship Id="rIdLink3" Type="http://schemas.openxmlformats.org/officeDocument/2006/relationships/slide" Target="slide3.xml"/><Relationship Id="rIdLink4" Type="http://schemas.openxmlformats.org/officeDocument/2006/relationships/slide" Target="slide5.xml"/><Relationship Id="rIdLink5" Type="http://schemas.openxmlformats.org/officeDocument/2006/relationships/slide" Target="slide12.xml"/><Relationship Id="rIdLink6" Type="http://schemas.openxmlformats.org/officeDocument/2006/relationships/slide" Target="slide7.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b77cd5d11284517"/><Relationship Type="http://schemas.openxmlformats.org/officeDocument/2006/relationships/notesSlide" Target="/ppt/notesSlides/notesSlide3.xml" Id="R4e575753ba21482b"/><Relationship Id="rIdLink3" Type="http://schemas.openxmlformats.org/officeDocument/2006/relationships/slide" Target="slide2.xml"/><Relationship Id="rIdLink4" Type="http://schemas.openxmlformats.org/officeDocument/2006/relationships/slide" Target="slide4.xml"/><Relationship Id="rIdLink5" Type="http://schemas.openxmlformats.org/officeDocument/2006/relationships/slide" Target="slide12.xml"/><Relationship Id="rIdLink6" Type="http://schemas.openxmlformats.org/officeDocument/2006/relationships/slide" Target="slide9.xml"/><Relationship Id="rIdLink7" Type="http://schemas.openxmlformats.org/officeDocument/2006/relationships/slide" Target="slide5.xml"/><Relationship Id="rIdLink8" Type="http://schemas.openxmlformats.org/officeDocument/2006/relationships/slide" Target="slide7.xml"/><Relationship Id="rIdLink9" Type="http://schemas.openxmlformats.org/officeDocument/2006/relationships/slide" Target="slide11.xml"/><Relationship Id="rIdLink10" Type="http://schemas.openxmlformats.org/officeDocument/2006/relationships/slide" Target="slide8.xml"/><Relationship Id="rIdLink11" Type="http://schemas.openxmlformats.org/officeDocument/2006/relationships/slide" Target="slide6.xml"/><Relationship Id="rIdLink12" Type="http://schemas.openxmlformats.org/officeDocument/2006/relationships/hyperlink" Target="https://razria93.github.io/site/details/Plugin_Portfolio_UE5.4/portfolio-evidence/development/verification_scope/index.html"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f1f647f187204ff8"/><Relationship Type="http://schemas.openxmlformats.org/officeDocument/2006/relationships/image" Target="/ppt/media/image2.png" Id="R38aaa36a25c34350"/><Relationship Type="http://schemas.openxmlformats.org/officeDocument/2006/relationships/notesSlide" Target="/ppt/notesSlides/notesSlide4.xml" Id="R59ab979b8d3544c1"/><Relationship Id="rIdLink4" Type="http://schemas.openxmlformats.org/officeDocument/2006/relationships/slide" Target="slide3.xml"/><Relationship Id="rIdLink5" Type="http://schemas.openxmlformats.org/officeDocument/2006/relationships/hyperlink" Target="https://github.com/Razria93/Plugin_Portfolio_UE5.4/blob/724eaba9790859066d7b34baf48c5efd7a9f877e/Docs/05_Demo/Portfolio_Demo_KR.md" TargetMode="External"/><Relationship Id="rIdLink6" Type="http://schemas.openxmlformats.org/officeDocument/2006/relationships/hyperlink" Target="https://razria93.github.io/Plugin_Portfolio_UE5.4/portfolio-evidence/development/portfolio.csv.html" TargetMode="Externa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35aad13fab347ae"/><Relationship Type="http://schemas.openxmlformats.org/officeDocument/2006/relationships/notesSlide" Target="/ppt/notesSlides/notesSlide5.xml" Id="R415c2d71db3944c8"/><Relationship Id="rIdLink3" Type="http://schemas.openxmlformats.org/officeDocument/2006/relationships/slide" Target="slide3.xml"/><Relationship Id="rIdLink4" Type="http://schemas.openxmlformats.org/officeDocument/2006/relationships/hyperlink" Target="https://github.com/Razria93/Plugin_Portfolio_UE5.4/blob/9b6412d64dfaea2291c294e243e4189d385b618c/Docs/01_Planning/AssetReferenceInspector_MVP_Scope_KR.md" TargetMode="External"/><Relationship Id="rIdLink5" Type="http://schemas.openxmlformats.org/officeDocument/2006/relationships/hyperlink" Target="https://github.com/Razria93/Plugin_Portfolio_UE5.4/commit/9b6412d" TargetMode="External"/><Relationship Id="rIdLink6" Type="http://schemas.openxmlformats.org/officeDocument/2006/relationships/hyperlink" Target="https://github.com/Razria93/Plugin_Portfolio_UE5.4/commit/c05e4f9" TargetMode="External"/><Relationship Id="rIdLink7" Type="http://schemas.openxmlformats.org/officeDocument/2006/relationships/hyperlink" Target="https://github.com/Razria93/Plugin_Portfolio_UE5.4/blob/724eaba9790859066d7b34baf48c5efd7a9f877e/Docs/04_Governance/Feature_Workflow_KR.md" TargetMode="Externa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fba46b39700c41c4"/><Relationship Type="http://schemas.openxmlformats.org/officeDocument/2006/relationships/notesSlide" Target="/ppt/notesSlides/notesSlide6.xml" Id="Rf1c9b033b4fe4578"/><Relationship Id="rIdLink3" Type="http://schemas.openxmlformats.org/officeDocument/2006/relationships/slide" Target="slide3.xml"/><Relationship Id="rIdLink4" Type="http://schemas.openxmlformats.org/officeDocument/2006/relationships/hyperlink" Target="https://github.com/Razria93/Plugin_Portfolio_UE5.4/pull/59#discussion_r3610585382" TargetMode="External"/><Relationship Id="rIdLink5" Type="http://schemas.openxmlformats.org/officeDocument/2006/relationships/hyperlink" Target="https://github.com/Razria93/Plugin_Portfolio_UE5.4/commit/70c225828dbbbb9f1dad3b4ef71c7c630c9e116a" TargetMode="External"/><Relationship Id="rIdLink6" Type="http://schemas.openxmlformats.org/officeDocument/2006/relationships/hyperlink" Target="https://razria93.github.io/site/details/Plugin_Portfolio_UE5.4/portfolio-evidence/index.html#case3" TargetMode="External"/><Relationship Id="rIdLink7" Type="http://schemas.openxmlformats.org/officeDocument/2006/relationships/hyperlink" Target="https://github.com/Razria93/Plugin_Portfolio_UE5.4/blob/724eaba9790859066d7b34baf48c5efd7a9f877e/Docs/04_Governance/Documentation_Responsibility_KR.md" TargetMode="External"/><Relationship Id="rIdFullReview0" Type="http://schemas.openxmlformats.org/officeDocument/2006/relationships/hyperlink" Target="https://razria93.github.io/site/details/Plugin_Portfolio_UE5.4/portfolio-evidence/development/verification_scope/index.html#csv" TargetMode="External"/><Relationship Id="rIdFullReview1" Type="http://schemas.openxmlformats.org/officeDocument/2006/relationships/hyperlink" Target="https://razria93.github.io/site/details/Plugin_Portfolio_UE5.4/portfolio-evidence/index.html#case3" TargetMode="Externa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4ab7b6bf2c354ee0"/><Relationship Type="http://schemas.openxmlformats.org/officeDocument/2006/relationships/notesSlide" Target="/ppt/notesSlides/notesSlide7.xml" Id="R879097b4d9c04649"/><Relationship Id="rIdLink3" Type="http://schemas.openxmlformats.org/officeDocument/2006/relationships/slide" Target="slide3.xml"/><Relationship Id="rIdLink4" Type="http://schemas.openxmlformats.org/officeDocument/2006/relationships/hyperlink" Target="https://github.com/Razria93/Plugin_Portfolio_UE5.4/blob/724eaba9790859066d7b34baf48c5efd7a9f877e/Plugins/AssetReferenceInspector/Source/AssetReferenceInspector/Private/UI/SAssetReferenceInspectorWidget.cpp" TargetMode="External"/><Relationship Id="rIdLink5" Type="http://schemas.openxmlformats.org/officeDocument/2006/relationships/hyperlink" Target="https://github.com/Razria93/Plugin_Portfolio_UE5.4/blob/724eaba9790859066d7b34baf48c5efd7a9f877e/Docs/02_Architecture/CSV_Export_Format_KR.md" TargetMode="Externa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848e2df82de4250"/><Relationship Type="http://schemas.openxmlformats.org/officeDocument/2006/relationships/image" Target="/ppt/media/image3.png" Id="Rb3d208144fb7402d"/><Relationship Type="http://schemas.openxmlformats.org/officeDocument/2006/relationships/image" Target="/ppt/media/image4.png" Id="Rff01f58f6dac4edf"/><Relationship Type="http://schemas.openxmlformats.org/officeDocument/2006/relationships/image" Target="/ppt/media/image5.png" Id="R69a0b78430784a0b"/><Relationship Type="http://schemas.openxmlformats.org/officeDocument/2006/relationships/image" Target="/ppt/media/image6.png" Id="R96ab43ab54c34fe5"/><Relationship Type="http://schemas.openxmlformats.org/officeDocument/2006/relationships/notesSlide" Target="/ppt/notesSlides/notesSlide8.xml" Id="Rd72b14da87534e4c"/><Relationship Id="rIdLink7" Type="http://schemas.openxmlformats.org/officeDocument/2006/relationships/slide" Target="slide3.xml"/><Relationship Id="rIdLink8" Type="http://schemas.openxmlformats.org/officeDocument/2006/relationships/hyperlink" Target="https://razria93.github.io/site/details/Plugin_Portfolio_UE5.4/portfolio-evidence/development/csv_export_dependencies_success.png.html" TargetMode="External"/><Relationship Id="rIdLink9" Type="http://schemas.openxmlformats.org/officeDocument/2006/relationships/hyperlink" Target="https://razria93.github.io/site/details/Plugin_Portfolio_UE5.4/portfolio-evidence/development/csv_export_dependencies.csv.html" TargetMode="External"/><Relationship Id="rIdLink10" Type="http://schemas.openxmlformats.org/officeDocument/2006/relationships/hyperlink" Target="https://razria93.github.io/site/details/Plugin_Portfolio_UE5.4/portfolio-evidence/development/csv_export_mini_plan_KR.md.html" TargetMode="External"/><Relationship Id="rIdLink11" Type="http://schemas.openxmlformats.org/officeDocument/2006/relationships/hyperlink" Target="https://github.com/Razria93/Plugin_Portfolio_UE5.4/pull/59" TargetMode="Externa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050c4ff38ee4b84"/><Relationship Type="http://schemas.openxmlformats.org/officeDocument/2006/relationships/image" Target="/ppt/media/image7.png" Id="Rcc9d3a1ff68f4133"/><Relationship Type="http://schemas.openxmlformats.org/officeDocument/2006/relationships/notesSlide" Target="/ppt/notesSlides/notesSlide9.xml" Id="R2f725f0d38e145d7"/><Relationship Id="rIdLink4" Type="http://schemas.openxmlformats.org/officeDocument/2006/relationships/slide" Target="slide3.xml"/><Relationship Id="rIdLink5" Type="http://schemas.openxmlformats.org/officeDocument/2006/relationships/hyperlink" Target="https://razria93.github.io/site/details/Plugin_Portfolio_UE5.4/portfolio-evidence/development/unused_implementation_history.txt.html" TargetMode="External"/><Relationship Id="rIdLink6" Type="http://schemas.openxmlformats.org/officeDocument/2006/relationships/hyperlink" Target="https://razria93.github.io/site/details/Plugin_Portfolio_UE5.4/portfolio-evidence/development/unused_candidates_all_project_content.png.html" TargetMode="Externa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71f6918b8334af6"/><Relationship Type="http://schemas.openxmlformats.org/officeDocument/2006/relationships/notesSlide" Target="/ppt/notesSlides/notesSlide10.xml" Id="R7d512ac42c404650"/><Relationship Id="rIdLink3" Type="http://schemas.openxmlformats.org/officeDocument/2006/relationships/slide" Target="slide3.xml"/><Relationship Id="rIdLink4" Type="http://schemas.openxmlformats.org/officeDocument/2006/relationships/hyperlink" Target="https://github.com/Razria93/Plugin_Portfolio_UE5.4/commit/d0958bde0faaa43b60eee7189e955396664ee909" TargetMode="External"/><Relationship Id="rIdLink5" Type="http://schemas.openxmlformats.org/officeDocument/2006/relationships/hyperlink" Target="https://razria93.github.io/site/details/Plugin_Portfolio_UE5.4/portfolio-evidence/development/unused_implementation_history.txt.html" TargetMode="Externa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9cb71fdf821b4435"/><Relationship Type="http://schemas.openxmlformats.org/officeDocument/2006/relationships/notesSlide" Target="/ppt/notesSlides/notesSlide11.xml" Id="R87684ff86f424622"/><Relationship Id="rIdLink3" Type="http://schemas.openxmlformats.org/officeDocument/2006/relationships/slide" Target="slide3.xml"/><Relationship Id="rIdLink4" Type="http://schemas.openxmlformats.org/officeDocument/2006/relationships/hyperlink" Target="https://razria93.github.io/site/details/Plugin_Portfolio_UE5.4/portfolio-evidence/development/cycle-development.html" TargetMode="External"/><Relationship Id="rIdLink5" Type="http://schemas.openxmlformats.org/officeDocument/2006/relationships/hyperlink" Target="https://razria93.github.io/site/details/Plugin_Portfolio_UE5.4/portfolio-evidence/csv/AssetReferenceReport_20261021_113803.csv.html" TargetMode="External"/><Relationship Id="rIdLink6" Type="http://schemas.openxmlformats.org/officeDocument/2006/relationships/hyperlink" Target="https://razria93.github.io/site/details/Plugin_Portfolio_UE5.4/portfolio-evidence/csv/AssetReferenceReport_20261021_113832.csv.html" TargetMode="External"/><Relationship Id="rIdFullReview0" Type="http://schemas.openxmlformats.org/officeDocument/2006/relationships/hyperlink" Target="https://razria93.github.io/site/details/Plugin_Portfolio_UE5.4/portfolio-evidence/development/verification_scope/index.html#cycle" TargetMode="External"/><Relationship Id="rIdFullReview1" Type="http://schemas.openxmlformats.org/officeDocument/2006/relationships/hyperlink" Target="https://razria93.github.io/site/details/Plugin_Portfolio_UE5.4/portfolio-evidence/index.html#case1" TargetMode="Externa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2e925a69a25344b6"/><Relationship Type="http://schemas.openxmlformats.org/officeDocument/2006/relationships/image" Target="/ppt/media/image8.png" Id="R0a30e0e80adc429e"/><Relationship Type="http://schemas.openxmlformats.org/officeDocument/2006/relationships/image" Target="/ppt/media/image9.png" Id="R652647992afd48f2"/><Relationship Type="http://schemas.openxmlformats.org/officeDocument/2006/relationships/notesSlide" Target="/ppt/notesSlides/notesSlide12.xml" Id="R565de3acced6454e"/><Relationship Id="rIdLink5" Type="http://schemas.openxmlformats.org/officeDocument/2006/relationships/slide" Target="slide3.xml"/><Relationship Id="rIdLink6" Type="http://schemas.openxmlformats.org/officeDocument/2006/relationships/hyperlink" Target="https://razria93.github.io/site/details/Plugin_Portfolio_UE5.4/portfolio-evidence/csv/AssetReferenceReport_20261021_114354.csv.html" TargetMode="External"/><Relationship Id="rIdLink7" Type="http://schemas.openxmlformats.org/officeDocument/2006/relationships/hyperlink" Target="https://razria93.github.io/site/details/Plugin_Portfolio_UE5.4/portfolio-evidence/csv/AssetReferenceReport_20261021_113930.csv.html" TargetMode="External"/><Relationship Id="rIdFullReview0" Type="http://schemas.openxmlformats.org/officeDocument/2006/relationships/hyperlink" Target="https://razria93.github.io/site/details/Plugin_Portfolio_UE5.4/portfolio-evidence/development/verification_scope/index.html#filter" TargetMode="External"/><Relationship Id="rIdFullReview1" Type="http://schemas.openxmlformats.org/officeDocument/2006/relationships/hyperlink" Target="https://razria93.github.io/site/details/Plugin_Portfolio_UE5.4/portfolio-evidence/index.html#case2" TargetMode="Externa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7d8d28a3f4ae4b62"/><Relationship Type="http://schemas.openxmlformats.org/officeDocument/2006/relationships/notesSlide" Target="/ppt/notesSlides/notesSlide13.xml" Id="Re9622abc38954ee1"/><Relationship Id="rIdLink3" Type="http://schemas.openxmlformats.org/officeDocument/2006/relationships/slide" Target="slide3.xml"/><Relationship Id="rIdLink4" Type="http://schemas.openxmlformats.org/officeDocument/2006/relationships/hyperlink" Target="https://razria93.github.io/site/details/Plugin_Portfolio_UE5.4/portfolio-evidence/development/filter_development_excerpt.txt.html" TargetMode="External"/><Relationship Id="rIdLink5" Type="http://schemas.openxmlformats.org/officeDocument/2006/relationships/hyperlink" Target="https://razria93.github.io/site/details/Plugin_Portfolio_UE5.4/portfolio-evidence/development/filter_development_excerpt.txt.html" TargetMode="External"/><Relationship Id="rIdLink6" Type="http://schemas.openxmlformats.org/officeDocument/2006/relationships/hyperlink" Target="https://github.com/Razria93/Plugin_Portfolio_UE5.4/blob/724eaba9790859066d7b34baf48c5efd7a9f877e/Plugins/AssetReferenceInspector/Source/AssetReferenceInspector/Private/UI/SAssetReferenceInspectorWidget.cpp#L393-L401" TargetMode="External"/><Relationship Id="rIdFullReview0" Type="http://schemas.openxmlformats.org/officeDocument/2006/relationships/hyperlink" Target="https://razria93.github.io/site/details/Plugin_Portfolio_UE5.4/portfolio-evidence/development/verification_scope/index.html#filter" TargetMode="External"/><Relationship Id="rIdFullReview1" Type="http://schemas.openxmlformats.org/officeDocument/2006/relationships/hyperlink" Target="https://razria93.github.io/site/details/Plugin_Portfolio_UE5.4/portfolio-evidence/index.html#case2" TargetMode="Externa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d285079e9d814233"/><Relationship Type="http://schemas.openxmlformats.org/officeDocument/2006/relationships/image" Target="/ppt/media/image10.png" Id="R67b41dae01a14eb4"/><Relationship Type="http://schemas.openxmlformats.org/officeDocument/2006/relationships/notesSlide" Target="/ppt/notesSlides/notesSlide14.xml" Id="Rd6afe93b602d4716"/><Relationship Id="rIdLink4" Type="http://schemas.openxmlformats.org/officeDocument/2006/relationships/slide" Target="slide3.xml"/><Relationship Id="rIdLink5" Type="http://schemas.openxmlformats.org/officeDocument/2006/relationships/hyperlink" Target="https://razria93.github.io/site/details/Plugin_Portfolio_UE5.4/portfolio-evidence/screenshots/case2_enter_B_only.png.html" TargetMode="External"/><Relationship Id="rIdLink6" Type="http://schemas.openxmlformats.org/officeDocument/2006/relationships/hyperlink" Target="https://razria93.github.io/site/details/Plugin_Portfolio_UE5.4/portfolio-evidence/csv/AssetReferenceReport_20261021_113930.csv.html" TargetMode="External"/><Relationship Id="rIdLink7" Type="http://schemas.openxmlformats.org/officeDocument/2006/relationships/hyperlink" Target="https://razria93.github.io/Plugin_Portfolio_UE5.4/portfolio-evidence/screenshots/case2_click_C_only.png.html" TargetMode="External"/><Relationship Id="rIdLink8" Type="http://schemas.openxmlformats.org/officeDocument/2006/relationships/hyperlink" Target="https://razria93.github.io/site/details/Plugin_Portfolio_UE5.4/portfolio-evidence/csv/AssetReferenceReport_20261021_113948.csv.html" TargetMode="External"/><Relationship Id="rIdLink9" Type="http://schemas.openxmlformats.org/officeDocument/2006/relationships/hyperlink" Target="https://razria93.github.io/Plugin_Portfolio_UE5.4/portfolio-evidence/screenshots/case2_escape_restores_C.png.html" TargetMode="External"/><Relationship Id="rIdLink10" Type="http://schemas.openxmlformats.org/officeDocument/2006/relationships/hyperlink" Target="https://razria93.github.io/site/details/Plugin_Portfolio_UE5.4/portfolio-evidence/csv/AssetReferenceReport_20261021_114009.csv.html" TargetMode="External"/><Relationship Id="rIdLink11" Type="http://schemas.openxmlformats.org/officeDocument/2006/relationships/hyperlink" Target="https://razria93.github.io/Plugin_Portfolio_UE5.4/portfolio-evidence/screenshots/case2_empty_filter.png.html" TargetMode="External"/><Relationship Id="rIdLink12" Type="http://schemas.openxmlformats.org/officeDocument/2006/relationships/hyperlink" Target="https://razria93.github.io/site/details/Plugin_Portfolio_UE5.4/portfolio-evidence/csv/AssetReferenceReport_20261021_114032.csv.html" TargetMode="External"/><Relationship Id="rIdLink13" Type="http://schemas.openxmlformats.org/officeDocument/2006/relationships/hyperlink" Target="https://razria93.github.io/site/details/Plugin_Portfolio_UE5.4/portfolio-evidence/development/filter_development_excerpt.txt.html" TargetMode="External"/><Relationship Id="rIdLink14" Type="http://schemas.openxmlformats.org/officeDocument/2006/relationships/hyperlink" Target="https://razria93.github.io/site/details/Plugin_Portfolio_UE5.4/portfolio-evidence/index.html#case2" TargetMode="External"/><Relationship Id="rIdLink15" Type="http://schemas.openxmlformats.org/officeDocument/2006/relationships/hyperlink" Target="https://razria93.github.io/site/details/Plugin_Portfolio_UE5.4/portfolio-evidence/development/verification_scope/index.html#filter" TargetMode="External"/><Relationship Id="rIdFullReview0" Type="http://schemas.openxmlformats.org/officeDocument/2006/relationships/hyperlink" Target="https://razria93.github.io/site/details/Plugin_Portfolio_UE5.4/portfolio-evidence/development/verification_scope/index.html#filter" TargetMode="External"/><Relationship Id="rIdFullReview1" Type="http://schemas.openxmlformats.org/officeDocument/2006/relationships/hyperlink" Target="https://razria93.github.io/site/details/Plugin_Portfolio_UE5.4/portfolio-evidence/index.html#case2" TargetMode="Externa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6b39be2dd78b491c"/><Relationship Type="http://schemas.openxmlformats.org/officeDocument/2006/relationships/image" Target="/ppt/media/image11.png" Id="R165cf5c503024136"/><Relationship Type="http://schemas.openxmlformats.org/officeDocument/2006/relationships/image" Target="/ppt/media/image12.png" Id="R6e9eff64536743e5"/><Relationship Type="http://schemas.openxmlformats.org/officeDocument/2006/relationships/notesSlide" Target="/ppt/notesSlides/notesSlide15.xml" Id="Rcc8cf80029ad412f"/><Relationship Id="rIdLink5" Type="http://schemas.openxmlformats.org/officeDocument/2006/relationships/slide" Target="slide3.xml"/><Relationship Id="rIdLink6" Type="http://schemas.openxmlformats.org/officeDocument/2006/relationships/hyperlink" Target="https://razria93.github.io/site/details/Plugin_Portfolio_UE5.4/portfolio-evidence/development/unused_candidates_all_project_content.png.html" TargetMode="External"/><Relationship Id="rIdLink7" Type="http://schemas.openxmlformats.org/officeDocument/2006/relationships/hyperlink" Target="https://razria93.github.io/site/details/Plugin_Portfolio_UE5.4/portfolio-evidence/development/unused_candidates_all_project_content.png.html" TargetMode="External"/><Relationship Id="rIdLink8" Type="http://schemas.openxmlformats.org/officeDocument/2006/relationships/hyperlink" Target="https://razria93.github.io/site/details/Plugin_Portfolio_UE5.4/portfolio-evidence/development/unused_development_verification_excerpt.txt.html" TargetMode="External"/><Relationship Id="rIdLink9" Type="http://schemas.openxmlformats.org/officeDocument/2006/relationships/hyperlink" Target="https://razria93.github.io/site/details/Plugin_Portfolio_UE5.4/portfolio-evidence/development/unused_candidates_path_filter.png.html" TargetMode="External"/><Relationship Id="rIdLink10" Type="http://schemas.openxmlformats.org/officeDocument/2006/relationships/hyperlink" Target="https://razria93.github.io/site/details/Plugin_Portfolio_UE5.4/portfolio-evidence/development/unused_candidates_class_filter.png.html" TargetMode="External"/><Relationship Id="rIdLink11" Type="http://schemas.openxmlformats.org/officeDocument/2006/relationships/hyperlink" Target="https://razria93.github.io/site/details/Plugin_Portfolio_UE5.4/portfolio-evidence/development/unused_candidates_no_match.png.html" TargetMode="External"/><Relationship Id="rIdLink12" Type="http://schemas.openxmlformats.org/officeDocument/2006/relationships/hyperlink" Target="https://razria93.github.io/site/details/Plugin_Portfolio_UE5.4/portfolio-evidence/development/unused_development_verification_excerpt.txt.html" TargetMode="External"/><Relationship Id="rIdLink13" Type="http://schemas.openxmlformats.org/officeDocument/2006/relationships/hyperlink" Target="https://razria93.github.io/site/details/Plugin_Portfolio_UE5.4/portfolio-evidence/development/verification_scope/index.html#unused"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6" name="hierarchy-profile">
            <a:extLst>
              <a:ext uri="{FF2B5EF4-FFF2-40B4-BE49-F238E27FC236}">
                <a16:creationId xmlns:a16="http://schemas.microsoft.com/office/drawing/2014/main" id="{14A99918-C6BA-4DD6-A1C5-210B5CD97C4B}"/>
              </a:ext>
            </a:extLst>
          </p:cNvPr>
          <p:cNvSpPr>
            <a:spLocks noGrp="1"/>
          </p:cNvSpPr>
          <p:nvPr/>
        </p:nvSpPr>
        <p:spPr>
          <a:xfrm>
            <a:off x="0" y="0"/>
            <a:ext cx="2895600" cy="6858000"/>
          </a:xfrm>
          <a:prstGeom prst="rect">
            <a:avLst/>
          </a:prstGeom>
          <a:solidFill>
            <a:srgbClr val="173441"/>
          </a:solidFill>
          <a:ln w="0">
            <a:noFill/>
          </a:ln>
        </p:spPr>
      </p:sp>
      <p:sp xmlns:a="http://schemas.openxmlformats.org/drawingml/2006/main">
        <p:nvSpPr>
          <p:cNvPr id="37" name="hierarchy-profile-edge">
            <a:extLst>
              <a:ext uri="{FF2B5EF4-FFF2-40B4-BE49-F238E27FC236}">
                <a16:creationId xmlns:a16="http://schemas.microsoft.com/office/drawing/2014/main" id="{66CF1208-0B27-4760-8187-0E568821C11D}"/>
              </a:ext>
            </a:extLst>
          </p:cNvPr>
          <p:cNvSpPr>
            <a:spLocks noGrp="1"/>
          </p:cNvSpPr>
          <p:nvPr/>
        </p:nvSpPr>
        <p:spPr>
          <a:xfrm>
            <a:off x="2876550" y="0"/>
            <a:ext cx="19050" cy="6858000"/>
          </a:xfrm>
          <a:prstGeom prst="rect">
            <a:avLst/>
          </a:prstGeom>
          <a:solidFill>
            <a:srgbClr val="008995"/>
          </a:solidFill>
          <a:ln w="0">
            <a:noFill/>
          </a:ln>
        </p:spPr>
      </p:sp>
      <p:sp xmlns:a="http://schemas.openxmlformats.org/drawingml/2006/main">
        <p:nvSpPr>
          <p:cNvPr id="38" name="PROFILE">
            <a:extLst>
              <a:ext uri="{FF2B5EF4-FFF2-40B4-BE49-F238E27FC236}">
                <a16:creationId xmlns:a16="http://schemas.microsoft.com/office/drawing/2014/main" id="{051E40C7-8BBD-4B71-AEBA-A66DFF547177}"/>
              </a:ext>
            </a:extLst>
          </p:cNvPr>
          <p:cNvSpPr>
            <a:spLocks noGrp="1"/>
          </p:cNvSpPr>
          <p:nvPr/>
        </p:nvSpPr>
        <p:spPr>
          <a:xfrm>
            <a:off x="457200" y="323850"/>
            <a:ext cx="1981200" cy="209550"/>
          </a:xfrm>
          <a:prstGeom prst="rect">
            <a:avLst/>
          </a:prstGeom>
          <a:noFill/>
          <a:ln w="0">
            <a:noFill/>
          </a:ln>
        </p:spPr>
        <p:txBody>
          <a:bodyPr wrap="square" lIns="0" tIns="0" rIns="0" bIns="0" anchor="t">
            <a:noAutofit/>
          </a:bodyPr>
          <a:lstStyle/>
          <a:p>
            <a:pPr algn="l">
              <a:defRPr sz="1200" b="1">
                <a:solidFill>
                  <a:srgbClr val="8DD7DE"/>
                </a:solidFill>
                <a:latin typeface="Malgun Gothic"/>
                <a:ea typeface="Malgun Gothic"/>
                <a:cs typeface="Malgun Gothic"/>
              </a:defRPr>
            </a:pPr>
            <a:r>
              <a:rPr sz="1200" b="1" spc="0">
                <a:solidFill>
                  <a:srgbClr val="8DD7DE"/>
                </a:solidFill>
                <a:latin typeface="Malgun Gothic"/>
                <a:ea typeface="Malgun Gothic"/>
                <a:cs typeface="Malgun Gothic"/>
              </a:rPr>
              <a:t>PROFILE</a:t>
            </a:r>
          </a:p>
        </p:txBody>
      </p:sp>
      <p:pic xmlns:a="http://schemas.openxmlformats.org/drawingml/2006/main" xmlns:r="http://schemas.openxmlformats.org/officeDocument/2006/relationships">
        <p:nvPicPr>
          <p:cNvPr id="39" name="그림 36"/>
          <p:cNvPicPr>
            <a:picLocks noChangeAspect="1"/>
          </p:cNvPicPr>
          <p:nvPr/>
        </p:nvPicPr>
        <p:blipFill>
          <a:blip r:embed="rIdProfile9"/>
          <a:stretch/>
        </p:blipFill>
        <p:spPr>
          <a:xfrm>
            <a:off x="457200" y="781050"/>
            <a:ext cx="1676400" cy="2245042"/>
          </a:xfrm>
          <a:prstGeom prst="rect">
            <a:avLst/>
          </a:prstGeom>
        </p:spPr>
      </p:pic>
      <p:sp xmlns:a="http://schemas.openxmlformats.org/drawingml/2006/main">
        <p:nvSpPr>
          <p:cNvPr id="40" name="염동섭">
            <a:extLst>
              <a:ext uri="{FF2B5EF4-FFF2-40B4-BE49-F238E27FC236}">
                <a16:creationId xmlns:a16="http://schemas.microsoft.com/office/drawing/2014/main" id="{82EA3C11-AB21-47FB-ACD7-0F2F046B84F0}"/>
              </a:ext>
            </a:extLst>
          </p:cNvPr>
          <p:cNvSpPr>
            <a:spLocks noGrp="1"/>
          </p:cNvSpPr>
          <p:nvPr/>
        </p:nvSpPr>
        <p:spPr>
          <a:xfrm>
            <a:off x="457200" y="3352800"/>
            <a:ext cx="2133600" cy="438150"/>
          </a:xfrm>
          <a:prstGeom prst="rect">
            <a:avLst/>
          </a:prstGeom>
          <a:noFill/>
          <a:ln w="0">
            <a:noFill/>
          </a:ln>
        </p:spPr>
        <p:txBody>
          <a:bodyPr wrap="square" lIns="0" tIns="0" rIns="0" bIns="0" anchor="t">
            <a:noAutofit/>
          </a:bodyPr>
          <a:lstStyle/>
          <a:p>
            <a:pPr marL="0" indent="0" algn="l">
              <a:lnSpc>
                <a:spcPct val="110000"/>
              </a:lnSpc>
              <a:buNone/>
            </a:pPr>
            <a:r>
              <a:rPr sz="2800" b="1" spc="0">
                <a:solidFill>
                  <a:srgbClr val="FFFFFF"/>
                </a:solidFill>
                <a:latin typeface="Malgun Gothic"/>
                <a:ea typeface="Malgun Gothic"/>
                <a:cs typeface="Malgun Gothic"/>
              </a:rPr>
              <a:t>염동섭</a:t>
            </a:r>
          </a:p>
        </p:txBody>
      </p:sp>
      <p:sp xmlns:a="http://schemas.openxmlformats.org/drawingml/2006/main">
        <p:nvSpPr>
          <p:cNvPr id="41" name="신입 게임 프로그래머">
            <a:extLst>
              <a:ext uri="{FF2B5EF4-FFF2-40B4-BE49-F238E27FC236}">
                <a16:creationId xmlns:a16="http://schemas.microsoft.com/office/drawing/2014/main" id="{C4909C84-11E8-49F8-93BB-B8C653C29EA5}"/>
              </a:ext>
            </a:extLst>
          </p:cNvPr>
          <p:cNvSpPr>
            <a:spLocks noGrp="1"/>
          </p:cNvSpPr>
          <p:nvPr/>
        </p:nvSpPr>
        <p:spPr>
          <a:xfrm>
            <a:off x="457200" y="3943350"/>
            <a:ext cx="2133600" cy="571500"/>
          </a:xfrm>
          <a:prstGeom prst="rect">
            <a:avLst/>
          </a:prstGeom>
          <a:noFill/>
          <a:ln w="0">
            <a:noFill/>
          </a:ln>
        </p:spPr>
        <p:txBody>
          <a:bodyPr wrap="square" lIns="0" tIns="0" rIns="0" bIns="0" anchor="t">
            <a:noAutofit/>
          </a:bodyPr>
          <a:lstStyle/>
          <a:p>
            <a:pPr marL="0" indent="0" algn="l">
              <a:lnSpc>
                <a:spcPct val="110000"/>
              </a:lnSpc>
              <a:buNone/>
            </a:pPr>
            <a:r>
              <a:rPr sz="1400" b="1" spc="0">
                <a:solidFill>
                  <a:srgbClr val="FFFFFF"/>
                </a:solidFill>
                <a:latin typeface="Malgun Gothic"/>
                <a:ea typeface="Malgun Gothic"/>
                <a:cs typeface="Malgun Gothic"/>
              </a:rPr>
              <a:t>게임 클라이언트</a:t>
            </a:r>
          </a:p>
          <a:p>
            <a:pPr marL="0" indent="0" algn="l">
              <a:lnSpc>
                <a:spcPct val="110000"/>
              </a:lnSpc>
              <a:buNone/>
            </a:pPr>
            <a:r>
              <a:rPr sz="1400" b="1" spc="0">
                <a:solidFill>
                  <a:srgbClr val="FFFFFF"/>
                </a:solidFill>
                <a:latin typeface="Malgun Gothic"/>
                <a:ea typeface="Malgun Gothic"/>
                <a:cs typeface="Malgun Gothic"/>
              </a:rPr>
              <a:t>프로그래머</a:t>
            </a:r>
          </a:p>
        </p:txBody>
      </p:sp>
      <p:sp xmlns:a="http://schemas.openxmlformats.org/drawingml/2006/main">
        <p:nvSpPr>
          <p:cNvPr id="42" name="C++ · Unreal Engine 5.4">
            <a:extLst>
              <a:ext uri="{FF2B5EF4-FFF2-40B4-BE49-F238E27FC236}">
                <a16:creationId xmlns:a16="http://schemas.microsoft.com/office/drawing/2014/main" id="{548B18D4-9755-4EFE-B229-C834E424F2AA}"/>
              </a:ext>
            </a:extLst>
          </p:cNvPr>
          <p:cNvSpPr>
            <a:spLocks noGrp="1"/>
          </p:cNvSpPr>
          <p:nvPr/>
        </p:nvSpPr>
        <p:spPr>
          <a:xfrm>
            <a:off x="457200" y="4591050"/>
            <a:ext cx="2133600" cy="24765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BDD0D6"/>
                </a:solidFill>
                <a:latin typeface="Malgun Gothic"/>
                <a:ea typeface="Malgun Gothic"/>
                <a:cs typeface="Malgun Gothic"/>
              </a:rPr>
              <a:t>C++ · Unreal Engine 5.4</a:t>
            </a:r>
          </a:p>
        </p:txBody>
      </p:sp>
      <p:sp xmlns:a="http://schemas.openxmlformats.org/drawingml/2006/main">
        <p:nvSpPr>
          <p:cNvPr id="43" name="CONTACT">
            <a:extLst>
              <a:ext uri="{FF2B5EF4-FFF2-40B4-BE49-F238E27FC236}">
                <a16:creationId xmlns:a16="http://schemas.microsoft.com/office/drawing/2014/main" id="{53160EB1-316E-45DD-BD3A-1D7654806883}"/>
              </a:ext>
            </a:extLst>
          </p:cNvPr>
          <p:cNvSpPr>
            <a:spLocks noGrp="1"/>
          </p:cNvSpPr>
          <p:nvPr/>
        </p:nvSpPr>
        <p:spPr>
          <a:xfrm>
            <a:off x="457200" y="5267325"/>
            <a:ext cx="2133600" cy="209550"/>
          </a:xfrm>
          <a:prstGeom prst="rect">
            <a:avLst/>
          </a:prstGeom>
          <a:noFill/>
          <a:ln w="0">
            <a:noFill/>
          </a:ln>
        </p:spPr>
        <p:txBody>
          <a:bodyPr wrap="square" lIns="0" tIns="0" rIns="0" bIns="0" anchor="t">
            <a:noAutofit/>
          </a:bodyPr>
          <a:lstStyle/>
          <a:p>
            <a:pPr algn="l">
              <a:defRPr sz="1100" b="1">
                <a:solidFill>
                  <a:srgbClr val="8DD7DE"/>
                </a:solidFill>
                <a:latin typeface="Malgun Gothic"/>
                <a:ea typeface="Malgun Gothic"/>
                <a:cs typeface="Malgun Gothic"/>
              </a:defRPr>
            </a:pPr>
            <a:r>
              <a:rPr sz="1100" b="1" spc="0">
                <a:solidFill>
                  <a:srgbClr val="8DD7DE"/>
                </a:solidFill>
                <a:latin typeface="Malgun Gothic"/>
                <a:ea typeface="Malgun Gothic"/>
                <a:cs typeface="Malgun Gothic"/>
              </a:rPr>
              <a:t>CONTACT</a:t>
            </a:r>
          </a:p>
        </p:txBody>
      </p:sp>
      <p:sp xmlns:a="http://schemas.openxmlformats.org/drawingml/2006/main" xmlns:r="http://schemas.openxmlformats.org/officeDocument/2006/relationships">
        <p:nvSpPr>
          <p:cNvPr id="44" name="dsyeom931008@gmail.com">
            <a:hlinkClick r:id="rIdLink9"/>
            <a:extLst>
              <a:ext uri="{FF2B5EF4-FFF2-40B4-BE49-F238E27FC236}">
                <a16:creationId xmlns:a16="http://schemas.microsoft.com/office/drawing/2014/main" id="{2ECFE102-04EA-4D30-BC00-DB92AF6B88D3}"/>
              </a:ext>
            </a:extLst>
          </p:cNvPr>
          <p:cNvSpPr>
            <a:spLocks noGrp="1"/>
          </p:cNvSpPr>
          <p:nvPr/>
        </p:nvSpPr>
        <p:spPr>
          <a:xfrm>
            <a:off x="457200" y="560070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dsyeom931008@gmail.com</a:t>
            </a:r>
          </a:p>
        </p:txBody>
      </p:sp>
      <p:sp xmlns:a="http://schemas.openxmlformats.org/drawingml/2006/main">
        <p:nvSpPr>
          <p:cNvPr id="45" name="010-7181-7394">
            <a:extLst>
              <a:ext uri="{FF2B5EF4-FFF2-40B4-BE49-F238E27FC236}">
                <a16:creationId xmlns:a16="http://schemas.microsoft.com/office/drawing/2014/main" id="{58D0F323-BEC7-4751-9327-7C4463D3DD31}"/>
              </a:ext>
            </a:extLst>
          </p:cNvPr>
          <p:cNvSpPr>
            <a:spLocks noGrp="1"/>
          </p:cNvSpPr>
          <p:nvPr/>
        </p:nvSpPr>
        <p:spPr>
          <a:xfrm>
            <a:off x="457200" y="5953125"/>
            <a:ext cx="2133600" cy="22860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E9F1F4"/>
                </a:solidFill>
                <a:latin typeface="Malgun Gothic"/>
                <a:ea typeface="Malgun Gothic"/>
                <a:cs typeface="Malgun Gothic"/>
              </a:rPr>
              <a:t>010-7181-7394</a:t>
            </a:r>
          </a:p>
        </p:txBody>
      </p:sp>
      <p:sp xmlns:a="http://schemas.openxmlformats.org/drawingml/2006/main" xmlns:r="http://schemas.openxmlformats.org/officeDocument/2006/relationships">
        <p:nvSpPr>
          <p:cNvPr id="46" name="GitHub · Razria93">
            <a:hlinkClick r:id="rIdLink10"/>
            <a:extLst>
              <a:ext uri="{FF2B5EF4-FFF2-40B4-BE49-F238E27FC236}">
                <a16:creationId xmlns:a16="http://schemas.microsoft.com/office/drawing/2014/main" id="{69D38A63-ACFA-4653-89F1-E4655ABD7057}"/>
              </a:ext>
            </a:extLst>
          </p:cNvPr>
          <p:cNvSpPr>
            <a:spLocks noGrp="1"/>
          </p:cNvSpPr>
          <p:nvPr/>
        </p:nvSpPr>
        <p:spPr>
          <a:xfrm>
            <a:off x="457200" y="630555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GitHub 프로필 ↗</a:t>
            </a:r>
          </a:p>
        </p:txBody>
      </p:sp>
      <p:sp>
        <p:nvSpPr>
          <p:cNvPr id="11" name="kicker">
            <a:extLst xmlns:a="http://schemas.openxmlformats.org/drawingml/2006/main">
              <a:ext uri="{FF2B5EF4-FFF2-40B4-BE49-F238E27FC236}">
                <a16:creationId xmlns:a16="http://schemas.microsoft.com/office/drawing/2014/main" id="{6DD6CA4B-A440-4FC9-A01A-FCE5A6BEF8EB}"/>
              </a:ext>
            </a:extLst>
          </p:cNvPr>
          <p:cNvSpPr>
            <a:spLocks xmlns:a="http://schemas.openxmlformats.org/drawingml/2006/main" noGrp="1"/>
          </p:cNvSpPr>
          <p:nvPr/>
        </p:nvSpPr>
        <p:spPr>
          <a:xfrm xmlns:a="http://schemas.openxmlformats.org/drawingml/2006/main">
            <a:off x="3162300" y="2667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2B6CB0"/>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xmlns:a="http://schemas.openxmlformats.org/drawingml/2006/main">
            <a:pPr>
              <a:buNone/>
              <a:defRPr sz="1350" b="1">
                <a:solidFill>
                  <a:srgbClr val="2B6CB0"/>
                </a:solidFill>
                <a:latin typeface="Malgun Gothic"/>
                <a:ea typeface="Malgun Gothic"/>
                <a:cs typeface="Malgun Gothic"/>
              </a:defRPr>
            </a:pPr>
            <a:r>
              <a:rPr sz="1350" b="1">
                <a:solidFill>
                  <a:srgbClr val="2B6CB0"/>
                </a:solidFill>
                <a:latin typeface="Malgun Gothic"/>
                <a:ea typeface="Malgun Gothic"/>
                <a:cs typeface="Malgun Gothic"/>
              </a:rPr>
              <a:t>Asset Reference Inspector</a:t>
            </a:r>
          </a:p>
        </p:txBody>
      </p:sp>
      <p:sp>
        <p:nvSpPr>
          <p:cNvPr id="12" name="page">
            <a:extLst xmlns:a="http://schemas.openxmlformats.org/drawingml/2006/main">
              <a:ext uri="{FF2B5EF4-FFF2-40B4-BE49-F238E27FC236}">
                <a16:creationId xmlns:a16="http://schemas.microsoft.com/office/drawing/2014/main" id="{19C9DF01-B9BF-40F9-A8F6-A488CF723BDD}"/>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xmlns:a="http://schemas.openxmlformats.org/drawingml/2006/main">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01 / 15</a:t>
            </a:r>
          </a:p>
        </p:txBody>
      </p:sp>
      <p:sp>
        <p:nvSpPr>
          <p:cNvPr id="13" name="cover-index">
            <a:extLst xmlns:a="http://schemas.openxmlformats.org/drawingml/2006/main">
              <a:ext uri="{FF2B5EF4-FFF2-40B4-BE49-F238E27FC236}">
                <a16:creationId xmlns:a16="http://schemas.microsoft.com/office/drawing/2014/main" id="{FB60EDDF-20F1-4926-A9A0-1FEB7FCE4181}"/>
              </a:ext>
            </a:extLst>
            <ns0:hlinkClick xmlns:ns0="http://schemas.openxmlformats.org/drawingml/2006/main" xmlns:ns1="http://schemas.openxmlformats.org/officeDocument/2006/relationships" ns1:id="rIdLink6"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buNone/>
              <a:defRPr sz="1200" b="1" u="none">
                <a:solidFill>
                  <a:srgbClr val="627B88"/>
                </a:solidFill>
                <a:latin typeface="Malgun Gothic"/>
                <a:ea typeface="Malgun Gothic"/>
                <a:cs typeface="Malgun Gothic"/>
              </a:defRPr>
            </a:lvl1pPr>
            <a:lvl2pPr>
              <a:buNone/>
              <a:defRPr sz="1200" b="1" u="none">
                <a:solidFill>
                  <a:srgbClr val="627B88"/>
                </a:solidFill>
                <a:latin typeface="Malgun Gothic"/>
                <a:ea typeface="Malgun Gothic"/>
                <a:cs typeface="Malgun Gothic"/>
              </a:defRPr>
            </a:lvl2pPr>
            <a:lvl3pPr>
              <a:buNone/>
              <a:defRPr sz="1200" b="1" u="none">
                <a:solidFill>
                  <a:srgbClr val="627B88"/>
                </a:solidFill>
                <a:latin typeface="Malgun Gothic"/>
                <a:ea typeface="Malgun Gothic"/>
                <a:cs typeface="Malgun Gothic"/>
              </a:defRPr>
            </a:lvl3pPr>
            <a:lvl4pPr>
              <a:buNone/>
              <a:defRPr sz="1200" b="1" u="none">
                <a:solidFill>
                  <a:srgbClr val="627B88"/>
                </a:solidFill>
                <a:latin typeface="Malgun Gothic"/>
                <a:ea typeface="Malgun Gothic"/>
                <a:cs typeface="Malgun Gothic"/>
              </a:defRPr>
            </a:lvl4pPr>
            <a:lvl5pPr>
              <a:buNone/>
              <a:defRPr sz="1200" b="1" u="none">
                <a:solidFill>
                  <a:srgbClr val="627B88"/>
                </a:solidFill>
                <a:latin typeface="Malgun Gothic"/>
                <a:ea typeface="Malgun Gothic"/>
                <a:cs typeface="Malgun Gothic"/>
              </a:defRPr>
            </a:lvl5pPr>
            <a:lvl6pPr>
              <a:buNone/>
              <a:defRPr sz="1200" b="1" u="none">
                <a:solidFill>
                  <a:srgbClr val="627B88"/>
                </a:solidFill>
                <a:latin typeface="Malgun Gothic"/>
                <a:ea typeface="Malgun Gothic"/>
                <a:cs typeface="Malgun Gothic"/>
              </a:defRPr>
            </a:lvl6pPr>
            <a:lvl7pPr>
              <a:buNone/>
              <a:defRPr sz="1200" b="1" u="none">
                <a:solidFill>
                  <a:srgbClr val="627B88"/>
                </a:solidFill>
                <a:latin typeface="Malgun Gothic"/>
                <a:ea typeface="Malgun Gothic"/>
                <a:cs typeface="Malgun Gothic"/>
              </a:defRPr>
            </a:lvl7pPr>
            <a:lvl8pPr>
              <a:buNone/>
              <a:defRPr sz="1200" b="1" u="none">
                <a:solidFill>
                  <a:srgbClr val="627B88"/>
                </a:solidFill>
                <a:latin typeface="Malgun Gothic"/>
                <a:ea typeface="Malgun Gothic"/>
                <a:cs typeface="Malgun Gothic"/>
              </a:defRPr>
            </a:lvl8pPr>
            <a:lvl9pPr>
              <a:buNone/>
              <a:defRPr sz="1200" b="1" u="none">
                <a:solidFill>
                  <a:srgbClr val="627B88"/>
                </a:solidFill>
                <a:latin typeface="Malgun Gothic"/>
                <a:ea typeface="Malgun Gothic"/>
                <a:cs typeface="Malgun Gothic"/>
              </a:defRPr>
            </a:lvl9pPr>
          </a:lstStyle>
          <a:p xmlns:a="http://schemas.openxmlformats.org/drawingml/2006/main">
            <a:pPr algn="ctr" marL="0" indent="0">
              <a:buNone/>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14" name="title">
            <a:extLst xmlns:a="http://schemas.openxmlformats.org/drawingml/2006/main">
              <a:ext uri="{FF2B5EF4-FFF2-40B4-BE49-F238E27FC236}">
                <a16:creationId xmlns:a16="http://schemas.microsoft.com/office/drawing/2014/main" id="{1DF25049-95B3-4440-A794-57F89C133F82}"/>
              </a:ext>
            </a:extLst>
          </p:cNvPr>
          <p:cNvSpPr>
            <a:spLocks xmlns:a="http://schemas.openxmlformats.org/drawingml/2006/main" noGrp="1"/>
          </p:cNvSpPr>
          <p:nvPr/>
        </p:nvSpPr>
        <p:spPr>
          <a:xfrm xmlns:a="http://schemas.openxmlformats.org/drawingml/2006/main">
            <a:off x="3162300" y="609600"/>
            <a:ext cx="857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00" b="1">
                <a:solidFill>
                  <a:srgbClr val="183440"/>
                </a:solidFill>
                <a:latin typeface="Malgun Gothic"/>
                <a:ea typeface="Malgun Gothic"/>
                <a:cs typeface="Malgun Gothic"/>
              </a:defRPr>
            </a:defPPr>
            <a:lvl1pPr>
              <a:buNone/>
              <a:defRPr sz="3200" b="1">
                <a:solidFill>
                  <a:srgbClr val="183440"/>
                </a:solidFill>
                <a:latin typeface="Malgun Gothic"/>
                <a:ea typeface="Malgun Gothic"/>
                <a:cs typeface="Malgun Gothic"/>
              </a:defRPr>
            </a:lvl1pPr>
            <a:lvl2pPr>
              <a:buNone/>
              <a:defRPr sz="3200" b="1">
                <a:solidFill>
                  <a:srgbClr val="183440"/>
                </a:solidFill>
                <a:latin typeface="Malgun Gothic"/>
                <a:ea typeface="Malgun Gothic"/>
                <a:cs typeface="Malgun Gothic"/>
              </a:defRPr>
            </a:lvl2pPr>
            <a:lvl3pPr>
              <a:buNone/>
              <a:defRPr sz="3200" b="1">
                <a:solidFill>
                  <a:srgbClr val="183440"/>
                </a:solidFill>
                <a:latin typeface="Malgun Gothic"/>
                <a:ea typeface="Malgun Gothic"/>
                <a:cs typeface="Malgun Gothic"/>
              </a:defRPr>
            </a:lvl3pPr>
            <a:lvl4pPr>
              <a:buNone/>
              <a:defRPr sz="3200" b="1">
                <a:solidFill>
                  <a:srgbClr val="183440"/>
                </a:solidFill>
                <a:latin typeface="Malgun Gothic"/>
                <a:ea typeface="Malgun Gothic"/>
                <a:cs typeface="Malgun Gothic"/>
              </a:defRPr>
            </a:lvl4pPr>
            <a:lvl5pPr>
              <a:buNone/>
              <a:defRPr sz="3200" b="1">
                <a:solidFill>
                  <a:srgbClr val="183440"/>
                </a:solidFill>
                <a:latin typeface="Malgun Gothic"/>
                <a:ea typeface="Malgun Gothic"/>
                <a:cs typeface="Malgun Gothic"/>
              </a:defRPr>
            </a:lvl5pPr>
            <a:lvl6pPr>
              <a:buNone/>
              <a:defRPr sz="3200" b="1">
                <a:solidFill>
                  <a:srgbClr val="183440"/>
                </a:solidFill>
                <a:latin typeface="Malgun Gothic"/>
                <a:ea typeface="Malgun Gothic"/>
                <a:cs typeface="Malgun Gothic"/>
              </a:defRPr>
            </a:lvl6pPr>
            <a:lvl7pPr>
              <a:buNone/>
              <a:defRPr sz="3200" b="1">
                <a:solidFill>
                  <a:srgbClr val="183440"/>
                </a:solidFill>
                <a:latin typeface="Malgun Gothic"/>
                <a:ea typeface="Malgun Gothic"/>
                <a:cs typeface="Malgun Gothic"/>
              </a:defRPr>
            </a:lvl7pPr>
            <a:lvl8pPr>
              <a:buNone/>
              <a:defRPr sz="3200" b="1">
                <a:solidFill>
                  <a:srgbClr val="183440"/>
                </a:solidFill>
                <a:latin typeface="Malgun Gothic"/>
                <a:ea typeface="Malgun Gothic"/>
                <a:cs typeface="Malgun Gothic"/>
              </a:defRPr>
            </a:lvl8pPr>
            <a:lvl9pPr>
              <a:buNone/>
              <a:defRPr sz="3200" b="1">
                <a:solidFill>
                  <a:srgbClr val="183440"/>
                </a:solidFill>
                <a:latin typeface="Malgun Gothic"/>
                <a:ea typeface="Malgun Gothic"/>
                <a:cs typeface="Malgun Gothic"/>
              </a:defRPr>
            </a:lvl9pPr>
          </a:lstStyle>
          <a:p xmlns:a="http://schemas.openxmlformats.org/drawingml/2006/main">
            <a:pPr>
              <a:buNone/>
              <a:defRPr sz="3200" b="1">
                <a:solidFill>
                  <a:srgbClr val="183440"/>
                </a:solidFill>
                <a:latin typeface="Malgun Gothic"/>
                <a:ea typeface="Malgun Gothic"/>
                <a:cs typeface="Malgun Gothic"/>
              </a:defRPr>
            </a:pPr>
            <a:r>
              <a:rPr sz="3200" b="1">
                <a:solidFill>
                  <a:srgbClr val="183440"/>
                </a:solidFill>
                <a:latin typeface="Malgun Gothic"/>
                <a:ea typeface="Malgun Gothic"/>
                <a:cs typeface="Malgun Gothic"/>
              </a:rPr>
              <a:t>AI 협업으로 개발한</a:t>
            </a:r>
          </a:p>
          <a:p xmlns:a="http://schemas.openxmlformats.org/drawingml/2006/main">
            <a:pPr>
              <a:buNone/>
              <a:defRPr sz="3200" b="1">
                <a:solidFill>
                  <a:srgbClr val="183440"/>
                </a:solidFill>
                <a:latin typeface="Malgun Gothic"/>
                <a:ea typeface="Malgun Gothic"/>
                <a:cs typeface="Malgun Gothic"/>
              </a:defRPr>
            </a:pPr>
            <a:r>
              <a:rPr sz="3200" b="1">
                <a:solidFill>
                  <a:srgbClr val="183440"/>
                </a:solidFill>
                <a:latin typeface="Malgun Gothic"/>
                <a:ea typeface="Malgun Gothic"/>
                <a:cs typeface="Malgun Gothic"/>
              </a:rPr>
              <a:t>에셋 참조 분석 플러그인</a:t>
            </a:r>
          </a:p>
        </p:txBody>
      </p:sp>
      <p:sp>
        <p:nvSpPr>
          <p:cNvPr id="15" name="subtitle">
            <a:extLst xmlns:a="http://schemas.openxmlformats.org/drawingml/2006/main">
              <a:ext uri="{FF2B5EF4-FFF2-40B4-BE49-F238E27FC236}">
                <a16:creationId xmlns:a16="http://schemas.microsoft.com/office/drawing/2014/main" id="{D7EB54F5-3916-4041-8697-2023ABBDB10F}"/>
              </a:ext>
            </a:extLst>
          </p:cNvPr>
          <p:cNvSpPr>
            <a:spLocks xmlns:a="http://schemas.openxmlformats.org/drawingml/2006/main" noGrp="1"/>
          </p:cNvSpPr>
          <p:nvPr/>
        </p:nvSpPr>
        <p:spPr>
          <a:xfrm xmlns:a="http://schemas.openxmlformats.org/drawingml/2006/main">
            <a:off x="3162300" y="1657350"/>
            <a:ext cx="857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xmlns:a="http://schemas.openxmlformats.org/drawingml/2006/main">
            <a:pPr>
              <a:buNone/>
              <a:defRPr sz="1425" b="0">
                <a:solidFill>
                  <a:srgbClr val="56616B"/>
                </a:solidFill>
                <a:latin typeface="Malgun Gothic"/>
                <a:ea typeface="Malgun Gothic"/>
                <a:cs typeface="Malgun Gothic"/>
              </a:defRPr>
            </a:pPr>
            <a:r>
              <a:rPr sz="1425" b="0">
                <a:solidFill>
                  <a:srgbClr val="56616B"/>
                </a:solidFill>
                <a:latin typeface="Malgun Gothic"/>
                <a:ea typeface="Malgun Gothic"/>
                <a:cs typeface="Malgun Gothic"/>
              </a:rPr>
              <a:t>UE5.4 프로젝트의 에셋 참조 구조를 분석하는 독립 에디터 플러그인</a:t>
            </a:r>
          </a:p>
          <a:p xmlns:a="http://schemas.openxmlformats.org/drawingml/2006/main">
            <a:pPr>
              <a:buNone/>
              <a:defRPr sz="1425" b="0">
                <a:solidFill>
                  <a:srgbClr val="56616B"/>
                </a:solidFill>
                <a:latin typeface="Malgun Gothic"/>
                <a:ea typeface="Malgun Gothic"/>
                <a:cs typeface="Malgun Gothic"/>
              </a:defRPr>
            </a:pPr>
            <a:r>
              <a:rPr sz="1425" b="0">
                <a:solidFill>
                  <a:srgbClr val="56616B"/>
                </a:solidFill>
                <a:latin typeface="Malgun Gothic"/>
                <a:ea typeface="Malgun Gothic"/>
                <a:cs typeface="Malgun Gothic"/>
              </a:rPr>
              <a:t>에디터 도구 제작을 학습하고 실제 액션 프로젝트에 적용한 개발 사례</a:t>
            </a:r>
          </a:p>
        </p:txBody>
      </p:sp>
      <p:sp>
        <p:nvSpPr>
          <p:cNvPr id="16" name="hero-bg">
            <a:extLst xmlns:a="http://schemas.openxmlformats.org/drawingml/2006/main">
              <a:ext uri="{FF2B5EF4-FFF2-40B4-BE49-F238E27FC236}">
                <a16:creationId xmlns:a16="http://schemas.microsoft.com/office/drawing/2014/main" id="{D836F337-E18F-439B-9830-7CAD4D55333B}"/>
              </a:ext>
            </a:extLst>
          </p:cNvPr>
          <p:cNvSpPr>
            <a:spLocks xmlns:a="http://schemas.openxmlformats.org/drawingml/2006/main" noGrp="1"/>
          </p:cNvSpPr>
          <p:nvPr/>
        </p:nvSpPr>
        <p:spPr>
          <a:xfrm xmlns:a="http://schemas.openxmlformats.org/drawingml/2006/main">
            <a:off x="3162300" y="2228850"/>
            <a:ext cx="8572500" cy="4339209"/>
          </a:xfrm>
          <a:prstGeom xmlns:a="http://schemas.openxmlformats.org/drawingml/2006/main" prst="rect">
            <a:avLst/>
          </a:prstGeom>
          <a:solidFill xmlns:a="http://schemas.openxmlformats.org/drawingml/2006/main">
            <a:srgbClr val="080D10"/>
          </a:solidFill>
          <a:ln xmlns:a="http://schemas.openxmlformats.org/drawingml/2006/main" w="0">
            <a:noFill/>
          </a:ln>
        </p:spPr>
      </p:sp>
      <p:sp>
        <p:nvSpPr>
          <p:cNvPr id="18" name="hero-caption">
            <a:extLst xmlns:a="http://schemas.openxmlformats.org/drawingml/2006/main">
              <a:ext uri="{FF2B5EF4-FFF2-40B4-BE49-F238E27FC236}">
                <a16:creationId xmlns:a16="http://schemas.microsoft.com/office/drawing/2014/main" id="{89679A11-D70E-4230-B254-C18B06949FB9}"/>
              </a:ext>
            </a:extLst>
          </p:cNvPr>
          <p:cNvSpPr>
            <a:spLocks xmlns:a="http://schemas.openxmlformats.org/drawingml/2006/main" noGrp="1"/>
          </p:cNvSpPr>
          <p:nvPr/>
        </p:nvSpPr>
        <p:spPr>
          <a:xfrm xmlns:a="http://schemas.openxmlformats.org/drawingml/2006/main">
            <a:off x="3162300" y="661987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975"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xmlns:a="http://schemas.openxmlformats.org/drawingml/2006/main">
            <a:pPr>
              <a:buNone/>
              <a:defRPr sz="975" b="0">
                <a:solidFill>
                  <a:srgbClr val="56616B"/>
                </a:solidFill>
                <a:latin typeface="Malgun Gothic"/>
                <a:ea typeface="Malgun Gothic"/>
                <a:cs typeface="Malgun Gothic"/>
              </a:defRPr>
            </a:pPr>
            <a:r>
              <a:rPr sz="975" b="0">
                <a:solidFill>
                  <a:srgbClr val="56616B"/>
                </a:solidFill>
                <a:latin typeface="Malgun Gothic"/>
                <a:ea typeface="Malgun Gothic"/>
                <a:cs typeface="Malgun Gothic"/>
              </a:rPr>
              <a:t>개발 당시 실제 액션 프로젝트 적용 화면</a:t>
            </a:r>
          </a:p>
        </p:txBody>
      </p:sp>
      <p:pic>
        <p:nvPicPr>
          <p:cNvPr id="34" name="">
            <a:extLst xmlns:a="http://schemas.openxmlformats.org/drawingml/2006/main">
              <a:ext uri="{FF2B5EF4-FFF2-40B4-BE49-F238E27FC236}">
                <a16:creationId xmlns:a16="http://schemas.microsoft.com/office/drawing/2014/main" id="{62CB8133-45F9-44AC-AA8D-75DDE2B3B361}"/>
              </a:ext>
            </a:extLst>
          </p:cNvPr>
          <p:cNvPicPr>
            <a:picLocks xmlns:a="http://schemas.openxmlformats.org/drawingml/2006/main" noChangeAspect="1"/>
          </p:cNvPicPr>
          <p:nvPr/>
        </p:nvPicPr>
        <p:blipFill>
          <a:blip xmlns:r="http://schemas.openxmlformats.org/officeDocument/2006/relationships" xmlns:a="http://schemas.openxmlformats.org/drawingml/2006/main" r:embed="R8c7c5a8cb7314212"/>
          <a:stretch xmlns:a="http://schemas.openxmlformats.org/drawingml/2006/main"/>
        </p:blipFill>
        <p:spPr>
          <a:xfrm xmlns:a="http://schemas.openxmlformats.org/drawingml/2006/main">
            <a:off x="3162300" y="2228871"/>
            <a:ext cx="8572500" cy="4339167"/>
          </a:xfrm>
          <a:prstGeom xmlns:a="http://schemas.openxmlformats.org/drawingml/2006/main" prst="rect">
            <a:avLst/>
          </a:prstGeom>
        </p:spPr>
      </p:pic>
      <p:sp>
        <p:nvSpPr>
          <p:cNvPr id="35" name="rect-1">
            <a:extLst xmlns:a="http://schemas.openxmlformats.org/drawingml/2006/main">
              <a:ext uri="{FF2B5EF4-FFF2-40B4-BE49-F238E27FC236}">
                <a16:creationId xmlns:a16="http://schemas.microsoft.com/office/drawing/2014/main" id="{051768DF-69EA-4612-9F04-D53832916CBC}"/>
              </a:ext>
            </a:extLst>
          </p:cNvPr>
          <p:cNvSpPr>
            <a:spLocks xmlns:a="http://schemas.openxmlformats.org/drawingml/2006/main" noGrp="1"/>
          </p:cNvSpPr>
          <p:nvPr/>
        </p:nvSpPr>
        <p:spPr>
          <a:xfrm xmlns:a="http://schemas.openxmlformats.org/drawingml/2006/main">
            <a:off x="9086850" y="5048250"/>
            <a:ext cx="2476500" cy="1371600"/>
          </a:xfrm>
          <a:prstGeom xmlns:a="http://schemas.openxmlformats.org/drawingml/2006/main" prst="rect">
            <a:avLst/>
          </a:prstGeom>
          <a:solidFill xmlns:a="http://schemas.openxmlformats.org/drawingml/2006/main">
            <a:srgbClr val="FFFFFF">
              <a:alpha val="85000"/>
            </a:srgbClr>
          </a:solidFill>
          <a:ln xmlns:a="http://schemas.openxmlformats.org/drawingml/2006/main" w="0">
            <a:noFill/>
          </a:ln>
        </p:spPr>
      </p:sp>
      <p:sp>
        <p:nvSpPr>
          <p:cNvPr id="19" name="repo-link">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9BFC3890-43F4-46DC-B5A5-EAFFD791607E}"/>
              </a:ext>
            </a:extLst>
          </p:cNvPr>
          <p:cNvSpPr>
            <a:spLocks xmlns:a="http://schemas.openxmlformats.org/drawingml/2006/main" noGrp="1"/>
          </p:cNvSpPr>
          <p:nvPr/>
        </p:nvSpPr>
        <p:spPr>
          <a:xfrm xmlns:a="http://schemas.openxmlformats.org/drawingml/2006/main">
            <a:off x="9258300" y="5181600"/>
            <a:ext cx="2133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628B9B"/>
                </a:solidFill>
                <a:latin typeface="Malgun Gothic"/>
                <a:ea typeface="Malgun Gothic"/>
                <a:cs typeface="Malgun Gothic"/>
              </a:defRPr>
            </a:defPPr>
            <a:lvl1pPr>
              <a:buNone/>
              <a:defRPr sz="1500" b="1">
                <a:solidFill>
                  <a:srgbClr val="628B9B"/>
                </a:solidFill>
                <a:latin typeface="Malgun Gothic"/>
                <a:ea typeface="Malgun Gothic"/>
                <a:cs typeface="Malgun Gothic"/>
              </a:defRPr>
            </a:lvl1pPr>
            <a:lvl2pPr>
              <a:buNone/>
              <a:defRPr sz="1500" b="1">
                <a:solidFill>
                  <a:srgbClr val="628B9B"/>
                </a:solidFill>
                <a:latin typeface="Malgun Gothic"/>
                <a:ea typeface="Malgun Gothic"/>
                <a:cs typeface="Malgun Gothic"/>
              </a:defRPr>
            </a:lvl2pPr>
            <a:lvl3pPr>
              <a:buNone/>
              <a:defRPr sz="1500" b="1">
                <a:solidFill>
                  <a:srgbClr val="628B9B"/>
                </a:solidFill>
                <a:latin typeface="Malgun Gothic"/>
                <a:ea typeface="Malgun Gothic"/>
                <a:cs typeface="Malgun Gothic"/>
              </a:defRPr>
            </a:lvl3pPr>
            <a:lvl4pPr>
              <a:buNone/>
              <a:defRPr sz="1500" b="1">
                <a:solidFill>
                  <a:srgbClr val="628B9B"/>
                </a:solidFill>
                <a:latin typeface="Malgun Gothic"/>
                <a:ea typeface="Malgun Gothic"/>
                <a:cs typeface="Malgun Gothic"/>
              </a:defRPr>
            </a:lvl4pPr>
            <a:lvl5pPr>
              <a:buNone/>
              <a:defRPr sz="1500" b="1">
                <a:solidFill>
                  <a:srgbClr val="628B9B"/>
                </a:solidFill>
                <a:latin typeface="Malgun Gothic"/>
                <a:ea typeface="Malgun Gothic"/>
                <a:cs typeface="Malgun Gothic"/>
              </a:defRPr>
            </a:lvl5pPr>
            <a:lvl6pPr>
              <a:buNone/>
              <a:defRPr sz="1500" b="1">
                <a:solidFill>
                  <a:srgbClr val="628B9B"/>
                </a:solidFill>
                <a:latin typeface="Malgun Gothic"/>
                <a:ea typeface="Malgun Gothic"/>
                <a:cs typeface="Malgun Gothic"/>
              </a:defRPr>
            </a:lvl6pPr>
            <a:lvl7pPr>
              <a:buNone/>
              <a:defRPr sz="1500" b="1">
                <a:solidFill>
                  <a:srgbClr val="628B9B"/>
                </a:solidFill>
                <a:latin typeface="Malgun Gothic"/>
                <a:ea typeface="Malgun Gothic"/>
                <a:cs typeface="Malgun Gothic"/>
              </a:defRPr>
            </a:lvl7pPr>
            <a:lvl8pPr>
              <a:buNone/>
              <a:defRPr sz="1500" b="1">
                <a:solidFill>
                  <a:srgbClr val="628B9B"/>
                </a:solidFill>
                <a:latin typeface="Malgun Gothic"/>
                <a:ea typeface="Malgun Gothic"/>
                <a:cs typeface="Malgun Gothic"/>
              </a:defRPr>
            </a:lvl8pPr>
            <a:lvl9pPr>
              <a:buNone/>
              <a:defRPr sz="1500" b="1">
                <a:solidFill>
                  <a:srgbClr val="628B9B"/>
                </a:solidFill>
                <a:latin typeface="Malgun Gothic"/>
                <a:ea typeface="Malgun Gothic"/>
                <a:cs typeface="Malgun Gothic"/>
              </a:defRPr>
            </a:lvl9pPr>
          </a:lstStyle>
          <a:p xmlns:a="http://schemas.openxmlformats.org/drawingml/2006/main">
            <a:pPr>
              <a:buNone/>
              <a:defRPr sz="1425" b="1">
                <a:solidFill>
                  <a:srgbClr val="628B9B"/>
                </a:solidFill>
                <a:latin typeface="Malgun Gothic"/>
                <a:ea typeface="Malgun Gothic"/>
                <a:cs typeface="Malgun Gothic"/>
              </a:defRPr>
            </a:pPr>
            <a:r>
              <a:rPr sz="1425" b="1" u="sng">
                <a:solidFill>
                  <a:srgbClr val="628B9B"/>
                </a:solidFill>
                <a:latin typeface="Malgun Gothic"/>
                <a:ea typeface="Malgun Gothic"/>
                <a:cs typeface="Malgun Gothic"/>
              </a:rPr>
              <a:t>프로젝트 저장소 ↗</a:t>
            </a:r>
          </a:p>
        </p:txBody>
      </p:sp>
      <p:sp>
        <p:nvSpPr>
          <p:cNvPr id="21" name="repo-desc">
            <a:extLst xmlns:a="http://schemas.openxmlformats.org/drawingml/2006/main">
              <a:ext uri="{FF2B5EF4-FFF2-40B4-BE49-F238E27FC236}">
                <a16:creationId xmlns:a16="http://schemas.microsoft.com/office/drawing/2014/main" id="{28128282-ECAB-4BDC-A63A-13DFF109E1D0}"/>
              </a:ext>
            </a:extLst>
          </p:cNvPr>
          <p:cNvSpPr>
            <a:spLocks xmlns:a="http://schemas.openxmlformats.org/drawingml/2006/main" noGrp="1"/>
          </p:cNvSpPr>
          <p:nvPr/>
        </p:nvSpPr>
        <p:spPr>
          <a:xfrm xmlns:a="http://schemas.openxmlformats.org/drawingml/2006/main">
            <a:off x="9258300" y="5476875"/>
            <a:ext cx="213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88"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xmlns:a="http://schemas.openxmlformats.org/drawingml/2006/main">
            <a:pPr>
              <a:buNone/>
              <a:defRPr sz="1088" b="0">
                <a:solidFill>
                  <a:srgbClr val="56616B"/>
                </a:solidFill>
                <a:latin typeface="Malgun Gothic"/>
                <a:ea typeface="Malgun Gothic"/>
                <a:cs typeface="Malgun Gothic"/>
              </a:defRPr>
            </a:pPr>
            <a:r>
              <a:rPr sz="1088" b="0">
                <a:solidFill>
                  <a:srgbClr val="56616B"/>
                </a:solidFill>
                <a:latin typeface="Malgun Gothic"/>
                <a:ea typeface="Malgun Gothic"/>
                <a:cs typeface="Malgun Gothic"/>
              </a:rPr>
              <a:t>README · 소스 코드와 개발 문서</a:t>
            </a:r>
          </a:p>
        </p:txBody>
      </p:sp>
      <p:sp>
        <p:nvSpPr>
          <p:cNvPr id="20" name="evidence-link">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E388673A-5DFB-44F5-9222-583F51933984}"/>
              </a:ext>
            </a:extLst>
          </p:cNvPr>
          <p:cNvSpPr>
            <a:spLocks xmlns:a="http://schemas.openxmlformats.org/drawingml/2006/main" noGrp="1"/>
          </p:cNvSpPr>
          <p:nvPr/>
        </p:nvSpPr>
        <p:spPr>
          <a:xfrm xmlns:a="http://schemas.openxmlformats.org/drawingml/2006/main">
            <a:off x="9258300" y="5791200"/>
            <a:ext cx="2133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628B9B"/>
                </a:solidFill>
                <a:latin typeface="Malgun Gothic"/>
                <a:ea typeface="Malgun Gothic"/>
                <a:cs typeface="Malgun Gothic"/>
              </a:defRPr>
            </a:defPPr>
            <a:lvl1pPr>
              <a:buNone/>
              <a:defRPr sz="1500" b="1">
                <a:solidFill>
                  <a:srgbClr val="628B9B"/>
                </a:solidFill>
                <a:latin typeface="Malgun Gothic"/>
                <a:ea typeface="Malgun Gothic"/>
                <a:cs typeface="Malgun Gothic"/>
              </a:defRPr>
            </a:lvl1pPr>
            <a:lvl2pPr>
              <a:buNone/>
              <a:defRPr sz="1500" b="1">
                <a:solidFill>
                  <a:srgbClr val="628B9B"/>
                </a:solidFill>
                <a:latin typeface="Malgun Gothic"/>
                <a:ea typeface="Malgun Gothic"/>
                <a:cs typeface="Malgun Gothic"/>
              </a:defRPr>
            </a:lvl2pPr>
            <a:lvl3pPr>
              <a:buNone/>
              <a:defRPr sz="1500" b="1">
                <a:solidFill>
                  <a:srgbClr val="628B9B"/>
                </a:solidFill>
                <a:latin typeface="Malgun Gothic"/>
                <a:ea typeface="Malgun Gothic"/>
                <a:cs typeface="Malgun Gothic"/>
              </a:defRPr>
            </a:lvl3pPr>
            <a:lvl4pPr>
              <a:buNone/>
              <a:defRPr sz="1500" b="1">
                <a:solidFill>
                  <a:srgbClr val="628B9B"/>
                </a:solidFill>
                <a:latin typeface="Malgun Gothic"/>
                <a:ea typeface="Malgun Gothic"/>
                <a:cs typeface="Malgun Gothic"/>
              </a:defRPr>
            </a:lvl4pPr>
            <a:lvl5pPr>
              <a:buNone/>
              <a:defRPr sz="1500" b="1">
                <a:solidFill>
                  <a:srgbClr val="628B9B"/>
                </a:solidFill>
                <a:latin typeface="Malgun Gothic"/>
                <a:ea typeface="Malgun Gothic"/>
                <a:cs typeface="Malgun Gothic"/>
              </a:defRPr>
            </a:lvl5pPr>
            <a:lvl6pPr>
              <a:buNone/>
              <a:defRPr sz="1500" b="1">
                <a:solidFill>
                  <a:srgbClr val="628B9B"/>
                </a:solidFill>
                <a:latin typeface="Malgun Gothic"/>
                <a:ea typeface="Malgun Gothic"/>
                <a:cs typeface="Malgun Gothic"/>
              </a:defRPr>
            </a:lvl6pPr>
            <a:lvl7pPr>
              <a:buNone/>
              <a:defRPr sz="1500" b="1">
                <a:solidFill>
                  <a:srgbClr val="628B9B"/>
                </a:solidFill>
                <a:latin typeface="Malgun Gothic"/>
                <a:ea typeface="Malgun Gothic"/>
                <a:cs typeface="Malgun Gothic"/>
              </a:defRPr>
            </a:lvl7pPr>
            <a:lvl8pPr>
              <a:buNone/>
              <a:defRPr sz="1500" b="1">
                <a:solidFill>
                  <a:srgbClr val="628B9B"/>
                </a:solidFill>
                <a:latin typeface="Malgun Gothic"/>
                <a:ea typeface="Malgun Gothic"/>
                <a:cs typeface="Malgun Gothic"/>
              </a:defRPr>
            </a:lvl8pPr>
            <a:lvl9pPr>
              <a:buNone/>
              <a:defRPr sz="1500" b="1">
                <a:solidFill>
                  <a:srgbClr val="628B9B"/>
                </a:solidFill>
                <a:latin typeface="Malgun Gothic"/>
                <a:ea typeface="Malgun Gothic"/>
                <a:cs typeface="Malgun Gothic"/>
              </a:defRPr>
            </a:lvl9pPr>
          </a:lstStyle>
          <a:p xmlns:a="http://schemas.openxmlformats.org/drawingml/2006/main">
            <a:pPr>
              <a:buNone/>
              <a:defRPr sz="1425" b="1">
                <a:solidFill>
                  <a:srgbClr val="628B9B"/>
                </a:solidFill>
                <a:latin typeface="Malgun Gothic"/>
                <a:ea typeface="Malgun Gothic"/>
                <a:cs typeface="Malgun Gothic"/>
              </a:defRPr>
            </a:pPr>
            <a:r>
              <a:rPr sz="1425" b="1" u="sng">
                <a:solidFill>
                  <a:srgbClr val="628B9B"/>
                </a:solidFill>
                <a:latin typeface="Malgun Gothic"/>
                <a:ea typeface="Malgun Gothic"/>
                <a:cs typeface="Malgun Gothic"/>
              </a:rPr>
              <a:t>영상·검증 자료 ↗</a:t>
            </a:r>
          </a:p>
        </p:txBody>
      </p:sp>
      <p:sp>
        <p:nvSpPr>
          <p:cNvPr id="22" name="evidence-desc">
            <a:extLst xmlns:a="http://schemas.openxmlformats.org/drawingml/2006/main">
              <a:ext uri="{FF2B5EF4-FFF2-40B4-BE49-F238E27FC236}">
                <a16:creationId xmlns:a16="http://schemas.microsoft.com/office/drawing/2014/main" id="{5EAB8C6B-DDBE-4E47-845B-9EEB554F5D49}"/>
              </a:ext>
            </a:extLst>
          </p:cNvPr>
          <p:cNvSpPr>
            <a:spLocks xmlns:a="http://schemas.openxmlformats.org/drawingml/2006/main" noGrp="1"/>
          </p:cNvSpPr>
          <p:nvPr/>
        </p:nvSpPr>
        <p:spPr>
          <a:xfrm xmlns:a="http://schemas.openxmlformats.org/drawingml/2006/main">
            <a:off x="9258300" y="6076950"/>
            <a:ext cx="213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88"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xmlns:a="http://schemas.openxmlformats.org/drawingml/2006/main">
            <a:pPr>
              <a:buNone/>
              <a:defRPr sz="1088" b="0">
                <a:solidFill>
                  <a:srgbClr val="56616B"/>
                </a:solidFill>
                <a:latin typeface="Malgun Gothic"/>
                <a:ea typeface="Malgun Gothic"/>
                <a:cs typeface="Malgun Gothic"/>
              </a:defRPr>
            </a:pPr>
            <a:r>
              <a:rPr sz="1088" b="0">
                <a:solidFill>
                  <a:srgbClr val="56616B"/>
                </a:solidFill>
                <a:latin typeface="Malgun Gothic"/>
                <a:ea typeface="Malgun Gothic"/>
                <a:cs typeface="Malgun Gothic"/>
              </a:rPr>
              <a:t>별도 추가 QA · 원본 CSV·로그</a:t>
            </a:r>
          </a:p>
        </p:txBody>
      </p:sp>
    </p:spTree>
    <p:extLst>
      <p:ext uri="{BB962C8B-B14F-4D97-AF65-F5344CB8AC3E}">
        <p14:creationId xmlns:p14="http://schemas.microsoft.com/office/powerpoint/2010/main" val="36010997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hierarchy-title">
            <a:extLst xmlns:a="http://schemas.openxmlformats.org/drawingml/2006/main">
              <a:ext uri="{FF2B5EF4-FFF2-40B4-BE49-F238E27FC236}">
                <a16:creationId xmlns:a16="http://schemas.microsoft.com/office/drawing/2014/main" id="{3CF9D98F-EE1C-4E45-B879-733548642B75}"/>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DF4F9"/>
          </a:solidFill>
          <a:ln xmlns:a="http://schemas.openxmlformats.org/drawingml/2006/main" w="0">
            <a:noFill/>
          </a:ln>
        </p:spPr>
      </p:sp>
      <p:sp>
        <p:nvSpPr>
          <p:cNvPr id="2" name="hierarchy-title-edge">
            <a:extLst xmlns:a="http://schemas.openxmlformats.org/drawingml/2006/main">
              <a:ext uri="{FF2B5EF4-FFF2-40B4-BE49-F238E27FC236}">
                <a16:creationId xmlns:a16="http://schemas.microsoft.com/office/drawing/2014/main" id="{04022A76-7D9B-43A1-9A76-C0FB7104654B}"/>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3" name="kicker">
            <a:extLst xmlns:a="http://schemas.openxmlformats.org/drawingml/2006/main">
              <a:ext uri="{FF2B5EF4-FFF2-40B4-BE49-F238E27FC236}">
                <a16:creationId xmlns:a16="http://schemas.microsoft.com/office/drawing/2014/main" id="{40C407F6-65CC-4600-8218-4A2C32CE1E75}"/>
              </a:ext>
            </a:extLst>
          </p:cNvPr>
          <p:cNvSpPr>
            <a:spLocks xmlns:a="http://schemas.openxmlformats.org/drawingml/2006/main" noGrp="1"/>
          </p:cNvSpPr>
          <p:nvPr/>
        </p:nvSpPr>
        <p:spPr>
          <a:xfrm xmlns:a="http://schemas.openxmlformats.org/drawingml/2006/main">
            <a:off x="457200" y="257175"/>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2B6CB0"/>
                </a:solidFill>
                <a:latin typeface="Malgun Gothic"/>
                <a:ea typeface="Malgun Gothic"/>
                <a:cs typeface="Malgun Gothic"/>
              </a:defRPr>
            </a:defPPr>
            <a:lvl1pPr>
              <a:buNone/>
              <a:defRPr sz="1200" b="1">
                <a:solidFill>
                  <a:srgbClr val="008D98"/>
                </a:solidFill>
                <a:latin typeface="Malgun Gothic"/>
                <a:ea typeface="Malgun Gothic"/>
                <a:cs typeface="Malgun Gothic"/>
              </a:defRPr>
            </a:lvl1pPr>
            <a:lvl2pPr>
              <a:buNone/>
              <a:defRPr sz="1200" b="1">
                <a:solidFill>
                  <a:srgbClr val="008D98"/>
                </a:solidFill>
                <a:latin typeface="Malgun Gothic"/>
                <a:ea typeface="Malgun Gothic"/>
                <a:cs typeface="Malgun Gothic"/>
              </a:defRPr>
            </a:lvl2pPr>
            <a:lvl3pPr>
              <a:buNone/>
              <a:defRPr sz="1200" b="1">
                <a:solidFill>
                  <a:srgbClr val="008D98"/>
                </a:solidFill>
                <a:latin typeface="Malgun Gothic"/>
                <a:ea typeface="Malgun Gothic"/>
                <a:cs typeface="Malgun Gothic"/>
              </a:defRPr>
            </a:lvl3pPr>
            <a:lvl4pPr>
              <a:buNone/>
              <a:defRPr sz="1200" b="1">
                <a:solidFill>
                  <a:srgbClr val="008D98"/>
                </a:solidFill>
                <a:latin typeface="Malgun Gothic"/>
                <a:ea typeface="Malgun Gothic"/>
                <a:cs typeface="Malgun Gothic"/>
              </a:defRPr>
            </a:lvl4pPr>
            <a:lvl5pPr>
              <a:buNone/>
              <a:defRPr sz="1200" b="1">
                <a:solidFill>
                  <a:srgbClr val="008D98"/>
                </a:solidFill>
                <a:latin typeface="Malgun Gothic"/>
                <a:ea typeface="Malgun Gothic"/>
                <a:cs typeface="Malgun Gothic"/>
              </a:defRPr>
            </a:lvl5pPr>
            <a:lvl6pPr>
              <a:buNone/>
              <a:defRPr sz="1200" b="1">
                <a:solidFill>
                  <a:srgbClr val="008D98"/>
                </a:solidFill>
                <a:latin typeface="Malgun Gothic"/>
                <a:ea typeface="Malgun Gothic"/>
                <a:cs typeface="Malgun Gothic"/>
              </a:defRPr>
            </a:lvl6pPr>
            <a:lvl7pPr>
              <a:buNone/>
              <a:defRPr sz="1200" b="1">
                <a:solidFill>
                  <a:srgbClr val="008D98"/>
                </a:solidFill>
                <a:latin typeface="Malgun Gothic"/>
                <a:ea typeface="Malgun Gothic"/>
                <a:cs typeface="Malgun Gothic"/>
              </a:defRPr>
            </a:lvl7pPr>
            <a:lvl8pPr>
              <a:buNone/>
              <a:defRPr sz="1200" b="1">
                <a:solidFill>
                  <a:srgbClr val="008D98"/>
                </a:solidFill>
                <a:latin typeface="Malgun Gothic"/>
                <a:ea typeface="Malgun Gothic"/>
                <a:cs typeface="Malgun Gothic"/>
              </a:defRPr>
            </a:lvl8pPr>
            <a:lvl9pPr>
              <a:buNone/>
              <a:defRPr sz="1200" b="1">
                <a:solidFill>
                  <a:srgbClr val="008D98"/>
                </a:solidFill>
                <a:latin typeface="Malgun Gothic"/>
                <a:ea typeface="Malgun Gothic"/>
                <a:cs typeface="Malgun Gothic"/>
              </a:defRPr>
            </a:lvl9pPr>
          </a:lstStyle>
          <a:p xmlns:a="http://schemas.openxmlformats.org/drawingml/2006/main">
            <a:pPr>
              <a:buNone/>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프로젝트 소개 | 프로젝트 개요</a:t>
            </a:r>
          </a:p>
        </p:txBody>
      </p:sp>
      <p:sp>
        <p:nvSpPr>
          <p:cNvPr id="4" name="page">
            <a:extLst xmlns:a="http://schemas.openxmlformats.org/drawingml/2006/main">
              <a:ext uri="{FF2B5EF4-FFF2-40B4-BE49-F238E27FC236}">
                <a16:creationId xmlns:a16="http://schemas.microsoft.com/office/drawing/2014/main" id="{BFDDDE58-D96A-4DD3-A350-B9434895E0CA}"/>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xmlns:a="http://schemas.openxmlformats.org/drawingml/2006/main">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03 / 15</a:t>
            </a:r>
          </a:p>
        </p:txBody>
      </p:sp>
      <p:sp>
        <p:nvSpPr>
          <p:cNvPr id="5" name="overview-index">
            <a:extLst xmlns:a="http://schemas.openxmlformats.org/drawingml/2006/main">
              <a:ext uri="{FF2B5EF4-FFF2-40B4-BE49-F238E27FC236}">
                <a16:creationId xmlns:a16="http://schemas.microsoft.com/office/drawing/2014/main" id="{0D073C9C-4742-4C7C-9F0A-277ECEEEE9EE}"/>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buNone/>
              <a:defRPr sz="1200" b="1" u="none">
                <a:solidFill>
                  <a:srgbClr val="627B88"/>
                </a:solidFill>
                <a:latin typeface="Malgun Gothic"/>
                <a:ea typeface="Malgun Gothic"/>
                <a:cs typeface="Malgun Gothic"/>
              </a:defRPr>
            </a:lvl1pPr>
            <a:lvl2pPr>
              <a:buNone/>
              <a:defRPr sz="1200" b="1" u="none">
                <a:solidFill>
                  <a:srgbClr val="627B88"/>
                </a:solidFill>
                <a:latin typeface="Malgun Gothic"/>
                <a:ea typeface="Malgun Gothic"/>
                <a:cs typeface="Malgun Gothic"/>
              </a:defRPr>
            </a:lvl2pPr>
            <a:lvl3pPr>
              <a:buNone/>
              <a:defRPr sz="1200" b="1" u="none">
                <a:solidFill>
                  <a:srgbClr val="627B88"/>
                </a:solidFill>
                <a:latin typeface="Malgun Gothic"/>
                <a:ea typeface="Malgun Gothic"/>
                <a:cs typeface="Malgun Gothic"/>
              </a:defRPr>
            </a:lvl3pPr>
            <a:lvl4pPr>
              <a:buNone/>
              <a:defRPr sz="1200" b="1" u="none">
                <a:solidFill>
                  <a:srgbClr val="627B88"/>
                </a:solidFill>
                <a:latin typeface="Malgun Gothic"/>
                <a:ea typeface="Malgun Gothic"/>
                <a:cs typeface="Malgun Gothic"/>
              </a:defRPr>
            </a:lvl4pPr>
            <a:lvl5pPr>
              <a:buNone/>
              <a:defRPr sz="1200" b="1" u="none">
                <a:solidFill>
                  <a:srgbClr val="627B88"/>
                </a:solidFill>
                <a:latin typeface="Malgun Gothic"/>
                <a:ea typeface="Malgun Gothic"/>
                <a:cs typeface="Malgun Gothic"/>
              </a:defRPr>
            </a:lvl5pPr>
            <a:lvl6pPr>
              <a:buNone/>
              <a:defRPr sz="1200" b="1" u="none">
                <a:solidFill>
                  <a:srgbClr val="627B88"/>
                </a:solidFill>
                <a:latin typeface="Malgun Gothic"/>
                <a:ea typeface="Malgun Gothic"/>
                <a:cs typeface="Malgun Gothic"/>
              </a:defRPr>
            </a:lvl6pPr>
            <a:lvl7pPr>
              <a:buNone/>
              <a:defRPr sz="1200" b="1" u="none">
                <a:solidFill>
                  <a:srgbClr val="627B88"/>
                </a:solidFill>
                <a:latin typeface="Malgun Gothic"/>
                <a:ea typeface="Malgun Gothic"/>
                <a:cs typeface="Malgun Gothic"/>
              </a:defRPr>
            </a:lvl7pPr>
            <a:lvl8pPr>
              <a:buNone/>
              <a:defRPr sz="1200" b="1" u="none">
                <a:solidFill>
                  <a:srgbClr val="627B88"/>
                </a:solidFill>
                <a:latin typeface="Malgun Gothic"/>
                <a:ea typeface="Malgun Gothic"/>
                <a:cs typeface="Malgun Gothic"/>
              </a:defRPr>
            </a:lvl8pPr>
            <a:lvl9pPr>
              <a:buNone/>
              <a:defRPr sz="1200" b="1" u="none">
                <a:solidFill>
                  <a:srgbClr val="627B88"/>
                </a:solidFill>
                <a:latin typeface="Malgun Gothic"/>
                <a:ea typeface="Malgun Gothic"/>
                <a:cs typeface="Malgun Gothic"/>
              </a:defRPr>
            </a:lvl9pPr>
          </a:lstStyle>
          <a:p xmlns:a="http://schemas.openxmlformats.org/drawingml/2006/main">
            <a:pPr algn="ctr" marL="0" indent="0">
              <a:buNone/>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6" name="title">
            <a:extLst xmlns:a="http://schemas.openxmlformats.org/drawingml/2006/main">
              <a:ext uri="{FF2B5EF4-FFF2-40B4-BE49-F238E27FC236}">
                <a16:creationId xmlns:a16="http://schemas.microsoft.com/office/drawing/2014/main" id="{3292E747-C35C-4F65-AFE2-DC977F57DF67}"/>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xmlns:a="http://schemas.openxmlformats.org/drawingml/2006/main">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에셋 참조 관계를 조회·기록하는 에디터 도구</a:t>
            </a:r>
          </a:p>
        </p:txBody>
      </p:sp>
      <p:sp>
        <p:nvSpPr>
          <p:cNvPr id="7" name="subtitle">
            <a:extLst xmlns:a="http://schemas.openxmlformats.org/drawingml/2006/main">
              <a:ext uri="{FF2B5EF4-FFF2-40B4-BE49-F238E27FC236}">
                <a16:creationId xmlns:a16="http://schemas.microsoft.com/office/drawing/2014/main" id="{71D4F6E6-8CBA-425D-BA10-AD10D5B495D0}"/>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xmlns:a="http://schemas.openxmlformats.org/drawingml/2006/main">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개발 목적: Unreal Editor 도구 제작 학습과 실제 프로젝트의 에셋 참조 구조 분석</a:t>
            </a:r>
          </a:p>
          <a:p xmlns:a="http://schemas.openxmlformats.org/drawingml/2006/main">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적용 범위: 게임 코드에 의존하지 않는 독립 플러그인으로 개발하고 액션 프로젝트에 적용</a:t>
            </a:r>
          </a:p>
        </p:txBody>
      </p:sp>
      <p:sp>
        <p:nvSpPr>
          <p:cNvPr id="8" name="meta-label-0">
            <a:extLst xmlns:a="http://schemas.openxmlformats.org/drawingml/2006/main">
              <a:ext uri="{FF2B5EF4-FFF2-40B4-BE49-F238E27FC236}">
                <a16:creationId xmlns:a16="http://schemas.microsoft.com/office/drawing/2014/main" id="{B53FA7F0-9D8A-4599-999B-0F7F81B02E95}"/>
              </a:ext>
            </a:extLst>
          </p:cNvPr>
          <p:cNvSpPr>
            <a:spLocks xmlns:a="http://schemas.openxmlformats.org/drawingml/2006/main" noGrp="1"/>
          </p:cNvSpPr>
          <p:nvPr/>
        </p:nvSpPr>
        <p:spPr>
          <a:xfrm xmlns:a="http://schemas.openxmlformats.org/drawingml/2006/main">
            <a:off x="45720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개발 기간</a:t>
            </a:r>
          </a:p>
        </p:txBody>
      </p:sp>
      <p:sp>
        <p:nvSpPr>
          <p:cNvPr id="9" name="meta-main-0">
            <a:extLst xmlns:a="http://schemas.openxmlformats.org/drawingml/2006/main">
              <a:ext uri="{FF2B5EF4-FFF2-40B4-BE49-F238E27FC236}">
                <a16:creationId xmlns:a16="http://schemas.microsoft.com/office/drawing/2014/main" id="{9F1540D3-2FA7-4A8C-88CD-181A8BF34012}"/>
              </a:ext>
            </a:extLst>
          </p:cNvPr>
          <p:cNvSpPr>
            <a:spLocks xmlns:a="http://schemas.openxmlformats.org/drawingml/2006/main" noGrp="1"/>
          </p:cNvSpPr>
          <p:nvPr/>
        </p:nvSpPr>
        <p:spPr>
          <a:xfrm xmlns:a="http://schemas.openxmlformats.org/drawingml/2006/main">
            <a:off x="45720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xmlns:a="http://schemas.openxmlformats.org/drawingml/2006/main">
            <a:pPr>
              <a:buNone/>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2026.07.13–07.20</a:t>
            </a:r>
          </a:p>
        </p:txBody>
      </p:sp>
      <p:sp>
        <p:nvSpPr>
          <p:cNvPr id="10" name="meta-sub-0">
            <a:extLst xmlns:a="http://schemas.openxmlformats.org/drawingml/2006/main">
              <a:ext uri="{FF2B5EF4-FFF2-40B4-BE49-F238E27FC236}">
                <a16:creationId xmlns:a16="http://schemas.microsoft.com/office/drawing/2014/main" id="{FADB132E-A0C7-43AB-8B26-0B8CF73C57FB}"/>
              </a:ext>
            </a:extLst>
          </p:cNvPr>
          <p:cNvSpPr>
            <a:spLocks xmlns:a="http://schemas.openxmlformats.org/drawingml/2006/main" noGrp="1"/>
          </p:cNvSpPr>
          <p:nvPr/>
        </p:nvSpPr>
        <p:spPr>
          <a:xfrm xmlns:a="http://schemas.openxmlformats.org/drawingml/2006/main">
            <a:off x="457200" y="2857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16B"/>
                </a:solidFill>
                <a:latin typeface="Malgun Gothic"/>
                <a:ea typeface="Malgun Gothic"/>
                <a:cs typeface="Malgun Gothic"/>
              </a:defRPr>
            </a:defPPr>
            <a:lvl1pPr>
              <a:buNone/>
              <a:defRPr sz="1350" b="0">
                <a:solidFill>
                  <a:srgbClr val="56616B"/>
                </a:solidFill>
                <a:latin typeface="Malgun Gothic"/>
                <a:ea typeface="Malgun Gothic"/>
                <a:cs typeface="Malgun Gothic"/>
              </a:defRPr>
            </a:lvl1pPr>
            <a:lvl2pPr>
              <a:buNone/>
              <a:defRPr sz="1350" b="0">
                <a:solidFill>
                  <a:srgbClr val="56616B"/>
                </a:solidFill>
                <a:latin typeface="Malgun Gothic"/>
                <a:ea typeface="Malgun Gothic"/>
                <a:cs typeface="Malgun Gothic"/>
              </a:defRPr>
            </a:lvl2pPr>
            <a:lvl3pPr>
              <a:buNone/>
              <a:defRPr sz="1350" b="0">
                <a:solidFill>
                  <a:srgbClr val="56616B"/>
                </a:solidFill>
                <a:latin typeface="Malgun Gothic"/>
                <a:ea typeface="Malgun Gothic"/>
                <a:cs typeface="Malgun Gothic"/>
              </a:defRPr>
            </a:lvl3pPr>
            <a:lvl4pPr>
              <a:buNone/>
              <a:defRPr sz="1350" b="0">
                <a:solidFill>
                  <a:srgbClr val="56616B"/>
                </a:solidFill>
                <a:latin typeface="Malgun Gothic"/>
                <a:ea typeface="Malgun Gothic"/>
                <a:cs typeface="Malgun Gothic"/>
              </a:defRPr>
            </a:lvl4pPr>
            <a:lvl5pPr>
              <a:buNone/>
              <a:defRPr sz="1350" b="0">
                <a:solidFill>
                  <a:srgbClr val="56616B"/>
                </a:solidFill>
                <a:latin typeface="Malgun Gothic"/>
                <a:ea typeface="Malgun Gothic"/>
                <a:cs typeface="Malgun Gothic"/>
              </a:defRPr>
            </a:lvl5pPr>
            <a:lvl6pPr>
              <a:buNone/>
              <a:defRPr sz="1350" b="0">
                <a:solidFill>
                  <a:srgbClr val="56616B"/>
                </a:solidFill>
                <a:latin typeface="Malgun Gothic"/>
                <a:ea typeface="Malgun Gothic"/>
                <a:cs typeface="Malgun Gothic"/>
              </a:defRPr>
            </a:lvl6pPr>
            <a:lvl7pPr>
              <a:buNone/>
              <a:defRPr sz="1350" b="0">
                <a:solidFill>
                  <a:srgbClr val="56616B"/>
                </a:solidFill>
                <a:latin typeface="Malgun Gothic"/>
                <a:ea typeface="Malgun Gothic"/>
                <a:cs typeface="Malgun Gothic"/>
              </a:defRPr>
            </a:lvl7pPr>
            <a:lvl8pPr>
              <a:buNone/>
              <a:defRPr sz="1350" b="0">
                <a:solidFill>
                  <a:srgbClr val="56616B"/>
                </a:solidFill>
                <a:latin typeface="Malgun Gothic"/>
                <a:ea typeface="Malgun Gothic"/>
                <a:cs typeface="Malgun Gothic"/>
              </a:defRPr>
            </a:lvl8pPr>
            <a:lvl9pPr>
              <a:buNone/>
              <a:defRPr sz="1350"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구현 및 최종 적용 기록 기준</a:t>
            </a:r>
          </a:p>
        </p:txBody>
      </p:sp>
      <p:sp>
        <p:nvSpPr>
          <p:cNvPr id="11" name="meta-label-1">
            <a:extLst xmlns:a="http://schemas.openxmlformats.org/drawingml/2006/main">
              <a:ext uri="{FF2B5EF4-FFF2-40B4-BE49-F238E27FC236}">
                <a16:creationId xmlns:a16="http://schemas.microsoft.com/office/drawing/2014/main" id="{103796B7-4FFD-4E59-B97F-8F0A4D5311F9}"/>
              </a:ext>
            </a:extLst>
          </p:cNvPr>
          <p:cNvSpPr>
            <a:spLocks xmlns:a="http://schemas.openxmlformats.org/drawingml/2006/main" noGrp="1"/>
          </p:cNvSpPr>
          <p:nvPr/>
        </p:nvSpPr>
        <p:spPr>
          <a:xfrm xmlns:a="http://schemas.openxmlformats.org/drawingml/2006/main">
            <a:off x="621030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개발 형태</a:t>
            </a:r>
          </a:p>
        </p:txBody>
      </p:sp>
      <p:sp>
        <p:nvSpPr>
          <p:cNvPr id="12" name="meta-main-1">
            <a:extLst xmlns:a="http://schemas.openxmlformats.org/drawingml/2006/main">
              <a:ext uri="{FF2B5EF4-FFF2-40B4-BE49-F238E27FC236}">
                <a16:creationId xmlns:a16="http://schemas.microsoft.com/office/drawing/2014/main" id="{13954801-E081-4587-ABA9-83DECB048819}"/>
              </a:ext>
            </a:extLst>
          </p:cNvPr>
          <p:cNvSpPr>
            <a:spLocks xmlns:a="http://schemas.openxmlformats.org/drawingml/2006/main" noGrp="1"/>
          </p:cNvSpPr>
          <p:nvPr/>
        </p:nvSpPr>
        <p:spPr>
          <a:xfrm xmlns:a="http://schemas.openxmlformats.org/drawingml/2006/main">
            <a:off x="621030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xmlns:a="http://schemas.openxmlformats.org/drawingml/2006/main">
            <a:pPr>
              <a:buNone/>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개인 프로젝트</a:t>
            </a:r>
          </a:p>
        </p:txBody>
      </p:sp>
      <p:sp>
        <p:nvSpPr>
          <p:cNvPr id="13" name="meta-sub-1">
            <a:extLst xmlns:a="http://schemas.openxmlformats.org/drawingml/2006/main">
              <a:ext uri="{FF2B5EF4-FFF2-40B4-BE49-F238E27FC236}">
                <a16:creationId xmlns:a16="http://schemas.microsoft.com/office/drawing/2014/main" id="{51DE198F-2ED9-47FD-A87C-64ACA7CCB6AF}"/>
              </a:ext>
            </a:extLst>
          </p:cNvPr>
          <p:cNvSpPr>
            <a:spLocks xmlns:a="http://schemas.openxmlformats.org/drawingml/2006/main" noGrp="1"/>
          </p:cNvSpPr>
          <p:nvPr/>
        </p:nvSpPr>
        <p:spPr>
          <a:xfrm xmlns:a="http://schemas.openxmlformats.org/drawingml/2006/main">
            <a:off x="6210300" y="2857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16B"/>
                </a:solidFill>
                <a:latin typeface="Malgun Gothic"/>
                <a:ea typeface="Malgun Gothic"/>
                <a:cs typeface="Malgun Gothic"/>
              </a:defRPr>
            </a:defPPr>
            <a:lvl1pPr>
              <a:buNone/>
              <a:defRPr sz="1350" b="0">
                <a:solidFill>
                  <a:srgbClr val="56616B"/>
                </a:solidFill>
                <a:latin typeface="Malgun Gothic"/>
                <a:ea typeface="Malgun Gothic"/>
                <a:cs typeface="Malgun Gothic"/>
              </a:defRPr>
            </a:lvl1pPr>
            <a:lvl2pPr>
              <a:buNone/>
              <a:defRPr sz="1350" b="0">
                <a:solidFill>
                  <a:srgbClr val="56616B"/>
                </a:solidFill>
                <a:latin typeface="Malgun Gothic"/>
                <a:ea typeface="Malgun Gothic"/>
                <a:cs typeface="Malgun Gothic"/>
              </a:defRPr>
            </a:lvl2pPr>
            <a:lvl3pPr>
              <a:buNone/>
              <a:defRPr sz="1350" b="0">
                <a:solidFill>
                  <a:srgbClr val="56616B"/>
                </a:solidFill>
                <a:latin typeface="Malgun Gothic"/>
                <a:ea typeface="Malgun Gothic"/>
                <a:cs typeface="Malgun Gothic"/>
              </a:defRPr>
            </a:lvl3pPr>
            <a:lvl4pPr>
              <a:buNone/>
              <a:defRPr sz="1350" b="0">
                <a:solidFill>
                  <a:srgbClr val="56616B"/>
                </a:solidFill>
                <a:latin typeface="Malgun Gothic"/>
                <a:ea typeface="Malgun Gothic"/>
                <a:cs typeface="Malgun Gothic"/>
              </a:defRPr>
            </a:lvl4pPr>
            <a:lvl5pPr>
              <a:buNone/>
              <a:defRPr sz="1350" b="0">
                <a:solidFill>
                  <a:srgbClr val="56616B"/>
                </a:solidFill>
                <a:latin typeface="Malgun Gothic"/>
                <a:ea typeface="Malgun Gothic"/>
                <a:cs typeface="Malgun Gothic"/>
              </a:defRPr>
            </a:lvl5pPr>
            <a:lvl6pPr>
              <a:buNone/>
              <a:defRPr sz="1350" b="0">
                <a:solidFill>
                  <a:srgbClr val="56616B"/>
                </a:solidFill>
                <a:latin typeface="Malgun Gothic"/>
                <a:ea typeface="Malgun Gothic"/>
                <a:cs typeface="Malgun Gothic"/>
              </a:defRPr>
            </a:lvl6pPr>
            <a:lvl7pPr>
              <a:buNone/>
              <a:defRPr sz="1350" b="0">
                <a:solidFill>
                  <a:srgbClr val="56616B"/>
                </a:solidFill>
                <a:latin typeface="Malgun Gothic"/>
                <a:ea typeface="Malgun Gothic"/>
                <a:cs typeface="Malgun Gothic"/>
              </a:defRPr>
            </a:lvl7pPr>
            <a:lvl8pPr>
              <a:buNone/>
              <a:defRPr sz="1350" b="0">
                <a:solidFill>
                  <a:srgbClr val="56616B"/>
                </a:solidFill>
                <a:latin typeface="Malgun Gothic"/>
                <a:ea typeface="Malgun Gothic"/>
                <a:cs typeface="Malgun Gothic"/>
              </a:defRPr>
            </a:lvl8pPr>
            <a:lvl9pPr>
              <a:buNone/>
              <a:defRPr sz="1350"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Codex 활용 · 계획·구현·리뷰·검증</a:t>
            </a:r>
          </a:p>
        </p:txBody>
      </p:sp>
      <p:sp>
        <p:nvSpPr>
          <p:cNvPr id="14" name="meta-label-2">
            <a:extLst xmlns:a="http://schemas.openxmlformats.org/drawingml/2006/main">
              <a:ext uri="{FF2B5EF4-FFF2-40B4-BE49-F238E27FC236}">
                <a16:creationId xmlns:a16="http://schemas.microsoft.com/office/drawing/2014/main" id="{27233078-58EF-4276-AE4C-34A26F64CD16}"/>
              </a:ext>
            </a:extLst>
          </p:cNvPr>
          <p:cNvSpPr>
            <a:spLocks xmlns:a="http://schemas.openxmlformats.org/drawingml/2006/main" noGrp="1"/>
          </p:cNvSpPr>
          <p:nvPr/>
        </p:nvSpPr>
        <p:spPr>
          <a:xfrm xmlns:a="http://schemas.openxmlformats.org/drawingml/2006/main">
            <a:off x="908685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개발 환경</a:t>
            </a:r>
          </a:p>
        </p:txBody>
      </p:sp>
      <p:sp>
        <p:nvSpPr>
          <p:cNvPr id="15" name="meta-main-2">
            <a:extLst xmlns:a="http://schemas.openxmlformats.org/drawingml/2006/main">
              <a:ext uri="{FF2B5EF4-FFF2-40B4-BE49-F238E27FC236}">
                <a16:creationId xmlns:a16="http://schemas.microsoft.com/office/drawing/2014/main" id="{C87866DE-2C49-4BDB-96F7-510B7A4211D2}"/>
              </a:ext>
            </a:extLst>
          </p:cNvPr>
          <p:cNvSpPr>
            <a:spLocks xmlns:a="http://schemas.openxmlformats.org/drawingml/2006/main" noGrp="1"/>
          </p:cNvSpPr>
          <p:nvPr/>
        </p:nvSpPr>
        <p:spPr>
          <a:xfrm xmlns:a="http://schemas.openxmlformats.org/drawingml/2006/main">
            <a:off x="908685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xmlns:a="http://schemas.openxmlformats.org/drawingml/2006/main">
            <a:pPr>
              <a:buNone/>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UE5.4 · C++ · Slate</a:t>
            </a:r>
          </a:p>
        </p:txBody>
      </p:sp>
      <p:sp>
        <p:nvSpPr>
          <p:cNvPr id="16" name="meta-sub-2">
            <a:extLst xmlns:a="http://schemas.openxmlformats.org/drawingml/2006/main">
              <a:ext uri="{FF2B5EF4-FFF2-40B4-BE49-F238E27FC236}">
                <a16:creationId xmlns:a16="http://schemas.microsoft.com/office/drawing/2014/main" id="{1C27C03B-2FC5-47E6-AF60-C6B4747C2DD4}"/>
              </a:ext>
            </a:extLst>
          </p:cNvPr>
          <p:cNvSpPr>
            <a:spLocks xmlns:a="http://schemas.openxmlformats.org/drawingml/2006/main" noGrp="1"/>
          </p:cNvSpPr>
          <p:nvPr/>
        </p:nvSpPr>
        <p:spPr>
          <a:xfrm xmlns:a="http://schemas.openxmlformats.org/drawingml/2006/main">
            <a:off x="9086850" y="2857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616B"/>
                </a:solidFill>
                <a:latin typeface="Malgun Gothic"/>
                <a:ea typeface="Malgun Gothic"/>
                <a:cs typeface="Malgun Gothic"/>
              </a:defRPr>
            </a:defPPr>
            <a:lvl1pPr>
              <a:buNone/>
              <a:defRPr sz="1350" b="0">
                <a:solidFill>
                  <a:srgbClr val="56616B"/>
                </a:solidFill>
                <a:latin typeface="Malgun Gothic"/>
                <a:ea typeface="Malgun Gothic"/>
                <a:cs typeface="Malgun Gothic"/>
              </a:defRPr>
            </a:lvl1pPr>
            <a:lvl2pPr>
              <a:buNone/>
              <a:defRPr sz="1350" b="0">
                <a:solidFill>
                  <a:srgbClr val="56616B"/>
                </a:solidFill>
                <a:latin typeface="Malgun Gothic"/>
                <a:ea typeface="Malgun Gothic"/>
                <a:cs typeface="Malgun Gothic"/>
              </a:defRPr>
            </a:lvl2pPr>
            <a:lvl3pPr>
              <a:buNone/>
              <a:defRPr sz="1350" b="0">
                <a:solidFill>
                  <a:srgbClr val="56616B"/>
                </a:solidFill>
                <a:latin typeface="Malgun Gothic"/>
                <a:ea typeface="Malgun Gothic"/>
                <a:cs typeface="Malgun Gothic"/>
              </a:defRPr>
            </a:lvl3pPr>
            <a:lvl4pPr>
              <a:buNone/>
              <a:defRPr sz="1350" b="0">
                <a:solidFill>
                  <a:srgbClr val="56616B"/>
                </a:solidFill>
                <a:latin typeface="Malgun Gothic"/>
                <a:ea typeface="Malgun Gothic"/>
                <a:cs typeface="Malgun Gothic"/>
              </a:defRPr>
            </a:lvl4pPr>
            <a:lvl5pPr>
              <a:buNone/>
              <a:defRPr sz="1350" b="0">
                <a:solidFill>
                  <a:srgbClr val="56616B"/>
                </a:solidFill>
                <a:latin typeface="Malgun Gothic"/>
                <a:ea typeface="Malgun Gothic"/>
                <a:cs typeface="Malgun Gothic"/>
              </a:defRPr>
            </a:lvl5pPr>
            <a:lvl6pPr>
              <a:buNone/>
              <a:defRPr sz="1350" b="0">
                <a:solidFill>
                  <a:srgbClr val="56616B"/>
                </a:solidFill>
                <a:latin typeface="Malgun Gothic"/>
                <a:ea typeface="Malgun Gothic"/>
                <a:cs typeface="Malgun Gothic"/>
              </a:defRPr>
            </a:lvl6pPr>
            <a:lvl7pPr>
              <a:buNone/>
              <a:defRPr sz="1350" b="0">
                <a:solidFill>
                  <a:srgbClr val="56616B"/>
                </a:solidFill>
                <a:latin typeface="Malgun Gothic"/>
                <a:ea typeface="Malgun Gothic"/>
                <a:cs typeface="Malgun Gothic"/>
              </a:defRPr>
            </a:lvl7pPr>
            <a:lvl8pPr>
              <a:buNone/>
              <a:defRPr sz="1350" b="0">
                <a:solidFill>
                  <a:srgbClr val="56616B"/>
                </a:solidFill>
                <a:latin typeface="Malgun Gothic"/>
                <a:ea typeface="Malgun Gothic"/>
                <a:cs typeface="Malgun Gothic"/>
              </a:defRPr>
            </a:lvl8pPr>
            <a:lvl9pPr>
              <a:buNone/>
              <a:defRPr sz="1350" b="0">
                <a:solidFill>
                  <a:srgbClr val="56616B"/>
                </a:solidFill>
                <a:latin typeface="Malgun Gothic"/>
                <a:ea typeface="Malgun Gothic"/>
                <a:cs typeface="Malgun Gothic"/>
              </a:defRPr>
            </a:lvl9pPr>
          </a:lstStyle>
          <a:p xmlns:a="http://schemas.openxmlformats.org/drawingml/2006/main">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Asset Registry 기반 Editor Plugin</a:t>
            </a:r>
          </a:p>
        </p:txBody>
      </p:sp>
      <p:sp>
        <p:nvSpPr>
          <p:cNvPr id="17" name="section-line">
            <a:extLst xmlns:a="http://schemas.openxmlformats.org/drawingml/2006/main">
              <a:ext uri="{FF2B5EF4-FFF2-40B4-BE49-F238E27FC236}">
                <a16:creationId xmlns:a16="http://schemas.microsoft.com/office/drawing/2014/main" id="{723DD7F7-7D04-41AC-B615-C2823D7E6D4E}"/>
              </a:ext>
            </a:extLst>
          </p:cNvPr>
          <p:cNvSpPr>
            <a:spLocks xmlns:a="http://schemas.openxmlformats.org/drawingml/2006/main" noGrp="1"/>
          </p:cNvSpPr>
          <p:nvPr/>
        </p:nvSpPr>
        <p:spPr>
          <a:xfrm xmlns:a="http://schemas.openxmlformats.org/drawingml/2006/main">
            <a:off x="457200" y="3305175"/>
            <a:ext cx="11277600" cy="9525"/>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8" name="scope-title">
            <a:extLst xmlns:a="http://schemas.openxmlformats.org/drawingml/2006/main">
              <a:ext uri="{FF2B5EF4-FFF2-40B4-BE49-F238E27FC236}">
                <a16:creationId xmlns:a16="http://schemas.microsoft.com/office/drawing/2014/main" id="{B627EBC2-EA75-454C-84CB-23BBA46E64B3}"/>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xmlns:a="http://schemas.openxmlformats.org/drawingml/2006/main">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이 포트폴리오에서 보여주는 경험</a:t>
            </a:r>
          </a:p>
        </p:txBody>
      </p:sp>
      <p:sp>
        <p:nvSpPr>
          <p:cNvPr id="19" name="scope-heading-0">
            <a:extLst xmlns:a="http://schemas.openxmlformats.org/drawingml/2006/main">
              <a:ext uri="{FF2B5EF4-FFF2-40B4-BE49-F238E27FC236}">
                <a16:creationId xmlns:a16="http://schemas.microsoft.com/office/drawing/2014/main" id="{5AF4ACA2-82A0-4581-AFD4-C2029A7D4B4C}"/>
              </a:ext>
            </a:extLst>
          </p:cNvPr>
          <p:cNvSpPr>
            <a:spLocks xmlns:a="http://schemas.openxmlformats.org/drawingml/2006/main" noGrp="1"/>
          </p:cNvSpPr>
          <p:nvPr/>
        </p:nvSpPr>
        <p:spPr>
          <a:xfrm xmlns:a="http://schemas.openxmlformats.org/drawingml/2006/main">
            <a:off x="4572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2B6CB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xmlns:a="http://schemas.openxmlformats.org/drawingml/2006/main">
            <a:pPr>
              <a:buNone/>
              <a:defRPr sz="1650" b="1">
                <a:solidFill>
                  <a:srgbClr val="2B6CB0"/>
                </a:solidFill>
                <a:latin typeface="Malgun Gothic"/>
                <a:ea typeface="Malgun Gothic"/>
                <a:cs typeface="Malgun Gothic"/>
              </a:defRPr>
            </a:pPr>
            <a:r>
              <a:rPr sz="1650" b="1">
                <a:solidFill>
                  <a:srgbClr val="2B6CB0"/>
                </a:solidFill>
                <a:latin typeface="Malgun Gothic"/>
                <a:ea typeface="Malgun Gothic"/>
                <a:cs typeface="Malgun Gothic"/>
              </a:rPr>
              <a:t>01  AI 협업 개발 체계</a:t>
            </a:r>
          </a:p>
        </p:txBody>
      </p:sp>
      <p:sp>
        <p:nvSpPr>
          <p:cNvPr id="20" name="scope-body-0">
            <a:extLst xmlns:a="http://schemas.openxmlformats.org/drawingml/2006/main">
              <a:ext uri="{FF2B5EF4-FFF2-40B4-BE49-F238E27FC236}">
                <a16:creationId xmlns:a16="http://schemas.microsoft.com/office/drawing/2014/main" id="{B54E9670-F8BB-4B84-9A5E-9C89B59C3C45}"/>
              </a:ext>
            </a:extLst>
          </p:cNvPr>
          <p:cNvSpPr>
            <a:spLocks xmlns:a="http://schemas.openxmlformats.org/drawingml/2006/main" noGrp="1"/>
          </p:cNvSpPr>
          <p:nvPr/>
        </p:nvSpPr>
        <p:spPr>
          <a:xfrm xmlns:a="http://schemas.openxmlformats.org/drawingml/2006/main">
            <a:off x="4572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초기 작업 규칙을 정하고, 기능별</a:t>
            </a:r>
          </a:p>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계획과 검증 기록을 연결했습니다.</a:t>
            </a:r>
          </a:p>
        </p:txBody>
      </p:sp>
      <p:sp>
        <p:nvSpPr>
          <p:cNvPr id="21" name="scope-link-0">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8E30B49C-7403-4783-AEB0-EA0E1A22D1D7}"/>
              </a:ext>
            </a:extLst>
          </p:cNvPr>
          <p:cNvSpPr>
            <a:spLocks xmlns:a="http://schemas.openxmlformats.org/drawingml/2006/main" noGrp="1"/>
          </p:cNvSpPr>
          <p:nvPr/>
        </p:nvSpPr>
        <p:spPr>
          <a:xfrm xmlns:a="http://schemas.openxmlformats.org/drawingml/2006/main">
            <a:off x="4572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사전 준비·AI 리뷰 (11·15페이지) →</a:t>
            </a:r>
          </a:p>
        </p:txBody>
      </p:sp>
      <p:sp>
        <p:nvSpPr>
          <p:cNvPr id="22" name="scope-heading-1">
            <a:extLst xmlns:a="http://schemas.openxmlformats.org/drawingml/2006/main">
              <a:ext uri="{FF2B5EF4-FFF2-40B4-BE49-F238E27FC236}">
                <a16:creationId xmlns:a16="http://schemas.microsoft.com/office/drawing/2014/main" id="{2712A531-7C4E-47C8-B4F5-0375D7C6BB79}"/>
              </a:ext>
            </a:extLst>
          </p:cNvPr>
          <p:cNvSpPr>
            <a:spLocks xmlns:a="http://schemas.openxmlformats.org/drawingml/2006/main" noGrp="1"/>
          </p:cNvSpPr>
          <p:nvPr/>
        </p:nvSpPr>
        <p:spPr>
          <a:xfrm xmlns:a="http://schemas.openxmlformats.org/drawingml/2006/main">
            <a:off x="43053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B45F2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xmlns:a="http://schemas.openxmlformats.org/drawingml/2006/main">
            <a:pPr>
              <a:buNone/>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02  문제 해결과 검증</a:t>
            </a:r>
          </a:p>
        </p:txBody>
      </p:sp>
      <p:sp>
        <p:nvSpPr>
          <p:cNvPr id="23" name="scope-body-1">
            <a:extLst xmlns:a="http://schemas.openxmlformats.org/drawingml/2006/main">
              <a:ext uri="{FF2B5EF4-FFF2-40B4-BE49-F238E27FC236}">
                <a16:creationId xmlns:a16="http://schemas.microsoft.com/office/drawing/2014/main" id="{AAADF6C3-509A-4FA5-B01E-6349CE4A3ADE}"/>
              </a:ext>
            </a:extLst>
          </p:cNvPr>
          <p:cNvSpPr>
            <a:spLocks xmlns:a="http://schemas.openxmlformats.org/drawingml/2006/main" noGrp="1"/>
          </p:cNvSpPr>
          <p:nvPr/>
        </p:nvSpPr>
        <p:spPr>
          <a:xfrm xmlns:a="http://schemas.openxmlformats.org/drawingml/2006/main">
            <a:off x="43053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입력 오류를 수정하고, 미사용 후보</a:t>
            </a:r>
          </a:p>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탐색 범위를 목적에 맞게 바꿨습니다.</a:t>
            </a:r>
          </a:p>
        </p:txBody>
      </p:sp>
      <p:sp>
        <p:nvSpPr>
          <p:cNvPr id="24" name="scope-link-1">
            <ns0:hlinkClick xmlns:ns0="http://schemas.openxmlformats.org/drawingml/2006/main" xmlns:ns1="http://schemas.openxmlformats.org/officeDocument/2006/relationships" ns1:id="rIdLink5" action="ppaction://hlinksldjump"/>
            <a:extLst xmlns:a="http://schemas.openxmlformats.org/drawingml/2006/main">
              <a:ext uri="{FF2B5EF4-FFF2-40B4-BE49-F238E27FC236}">
                <a16:creationId xmlns:a16="http://schemas.microsoft.com/office/drawing/2014/main" id="{0EDE45CD-4616-4482-9848-B1C8859BFD7B}"/>
              </a:ext>
            </a:extLst>
          </p:cNvPr>
          <p:cNvSpPr>
            <a:spLocks xmlns:a="http://schemas.openxmlformats.org/drawingml/2006/main" noGrp="1"/>
          </p:cNvSpPr>
          <p:nvPr/>
        </p:nvSpPr>
        <p:spPr>
          <a:xfrm xmlns:a="http://schemas.openxmlformats.org/drawingml/2006/main">
            <a:off x="43053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대표 문제 해결·검증 (5–10페이지) →</a:t>
            </a:r>
          </a:p>
        </p:txBody>
      </p:sp>
      <p:sp>
        <p:nvSpPr>
          <p:cNvPr id="25" name="scope-heading-2">
            <a:extLst xmlns:a="http://schemas.openxmlformats.org/drawingml/2006/main">
              <a:ext uri="{FF2B5EF4-FFF2-40B4-BE49-F238E27FC236}">
                <a16:creationId xmlns:a16="http://schemas.microsoft.com/office/drawing/2014/main" id="{8BF60ACC-0276-4996-A7F1-DDC58D06856E}"/>
              </a:ext>
            </a:extLst>
          </p:cNvPr>
          <p:cNvSpPr>
            <a:spLocks xmlns:a="http://schemas.openxmlformats.org/drawingml/2006/main" noGrp="1"/>
          </p:cNvSpPr>
          <p:nvPr/>
        </p:nvSpPr>
        <p:spPr>
          <a:xfrm xmlns:a="http://schemas.openxmlformats.org/drawingml/2006/main">
            <a:off x="81534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xmlns:a="http://schemas.openxmlformats.org/drawingml/2006/main">
            <a:pPr>
              <a:buNone/>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03  플러그인 구현</a:t>
            </a:r>
          </a:p>
        </p:txBody>
      </p:sp>
      <p:sp>
        <p:nvSpPr>
          <p:cNvPr id="26" name="scope-body-2">
            <a:extLst xmlns:a="http://schemas.openxmlformats.org/drawingml/2006/main">
              <a:ext uri="{FF2B5EF4-FFF2-40B4-BE49-F238E27FC236}">
                <a16:creationId xmlns:a16="http://schemas.microsoft.com/office/drawing/2014/main" id="{F969495D-EE38-4CF4-A6B5-C2280FF9995B}"/>
              </a:ext>
            </a:extLst>
          </p:cNvPr>
          <p:cNvSpPr>
            <a:spLocks xmlns:a="http://schemas.openxmlformats.org/drawingml/2006/main" noGrp="1"/>
          </p:cNvSpPr>
          <p:nvPr/>
        </p:nvSpPr>
        <p:spPr>
          <a:xfrm xmlns:a="http://schemas.openxmlformats.org/drawingml/2006/main">
            <a:off x="81534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참조 조회·에셋 이동·CSV 저장을</a:t>
            </a:r>
          </a:p>
          <a:p xmlns:a="http://schemas.openxmlformats.org/drawingml/2006/main">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에디터 사용 흐름으로 연결했습니다.</a:t>
            </a:r>
          </a:p>
        </p:txBody>
      </p:sp>
      <p:sp>
        <p:nvSpPr>
          <p:cNvPr id="27" name="scope-link-2">
            <ns0:hlinkClick xmlns:ns0="http://schemas.openxmlformats.org/drawingml/2006/main" xmlns:ns1="http://schemas.openxmlformats.org/officeDocument/2006/relationships" ns1:id="rIdLink6" action="ppaction://hlinksldjump"/>
            <a:extLst xmlns:a="http://schemas.openxmlformats.org/drawingml/2006/main">
              <a:ext uri="{FF2B5EF4-FFF2-40B4-BE49-F238E27FC236}">
                <a16:creationId xmlns:a16="http://schemas.microsoft.com/office/drawing/2014/main" id="{935C3FB2-2ABC-42F2-A5AA-929A58E530E8}"/>
              </a:ext>
            </a:extLst>
          </p:cNvPr>
          <p:cNvSpPr>
            <a:spLocks xmlns:a="http://schemas.openxmlformats.org/drawingml/2006/main" noGrp="1"/>
          </p:cNvSpPr>
          <p:nvPr/>
        </p:nvSpPr>
        <p:spPr>
          <a:xfrm xmlns:a="http://schemas.openxmlformats.org/drawingml/2006/main">
            <a:off x="81534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buNone/>
              <a:defRPr sz="1200" b="0">
                <a:solidFill>
                  <a:srgbClr val="628B9B"/>
                </a:solidFill>
                <a:latin typeface="Malgun Gothic"/>
                <a:ea typeface="Malgun Gothic"/>
                <a:cs typeface="Malgun Gothic"/>
              </a:defRPr>
            </a:lvl1pPr>
            <a:lvl2pPr>
              <a:buNone/>
              <a:defRPr sz="1200" b="0">
                <a:solidFill>
                  <a:srgbClr val="628B9B"/>
                </a:solidFill>
                <a:latin typeface="Malgun Gothic"/>
                <a:ea typeface="Malgun Gothic"/>
                <a:cs typeface="Malgun Gothic"/>
              </a:defRPr>
            </a:lvl2pPr>
            <a:lvl3pPr>
              <a:buNone/>
              <a:defRPr sz="1200" b="0">
                <a:solidFill>
                  <a:srgbClr val="628B9B"/>
                </a:solidFill>
                <a:latin typeface="Malgun Gothic"/>
                <a:ea typeface="Malgun Gothic"/>
                <a:cs typeface="Malgun Gothic"/>
              </a:defRPr>
            </a:lvl3pPr>
            <a:lvl4pPr>
              <a:buNone/>
              <a:defRPr sz="1200" b="0">
                <a:solidFill>
                  <a:srgbClr val="628B9B"/>
                </a:solidFill>
                <a:latin typeface="Malgun Gothic"/>
                <a:ea typeface="Malgun Gothic"/>
                <a:cs typeface="Malgun Gothic"/>
              </a:defRPr>
            </a:lvl4pPr>
            <a:lvl5pPr>
              <a:buNone/>
              <a:defRPr sz="1200" b="0">
                <a:solidFill>
                  <a:srgbClr val="628B9B"/>
                </a:solidFill>
                <a:latin typeface="Malgun Gothic"/>
                <a:ea typeface="Malgun Gothic"/>
                <a:cs typeface="Malgun Gothic"/>
              </a:defRPr>
            </a:lvl5pPr>
            <a:lvl6pPr>
              <a:buNone/>
              <a:defRPr sz="1200" b="0">
                <a:solidFill>
                  <a:srgbClr val="628B9B"/>
                </a:solidFill>
                <a:latin typeface="Malgun Gothic"/>
                <a:ea typeface="Malgun Gothic"/>
                <a:cs typeface="Malgun Gothic"/>
              </a:defRPr>
            </a:lvl6pPr>
            <a:lvl7pPr>
              <a:buNone/>
              <a:defRPr sz="1200" b="0">
                <a:solidFill>
                  <a:srgbClr val="628B9B"/>
                </a:solidFill>
                <a:latin typeface="Malgun Gothic"/>
                <a:ea typeface="Malgun Gothic"/>
                <a:cs typeface="Malgun Gothic"/>
              </a:defRPr>
            </a:lvl7pPr>
            <a:lvl8pPr>
              <a:buNone/>
              <a:defRPr sz="1200" b="0">
                <a:solidFill>
                  <a:srgbClr val="628B9B"/>
                </a:solidFill>
                <a:latin typeface="Malgun Gothic"/>
                <a:ea typeface="Malgun Gothic"/>
                <a:cs typeface="Malgun Gothic"/>
              </a:defRPr>
            </a:lvl8pPr>
            <a:lvl9pPr>
              <a:buNone/>
              <a:defRPr sz="1200" b="0">
                <a:solidFill>
                  <a:srgbClr val="628B9B"/>
                </a:solidFill>
                <a:latin typeface="Malgun Gothic"/>
                <a:ea typeface="Malgun Gothic"/>
                <a:cs typeface="Malgun Gothic"/>
              </a:defRPr>
            </a:lvl9pPr>
          </a:lstStyle>
          <a:p xmlns:a="http://schemas.openxmlformats.org/drawingml/2006/main">
            <a:pPr>
              <a:buNone/>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처리 구조·CSV 저장 (12–14페이지) →</a:t>
            </a:r>
          </a:p>
        </p:txBody>
      </p:sp>
      <p:sp>
        <p:nvSpPr>
          <p:cNvPr id="28" name="role-bg">
            <a:extLst xmlns:a="http://schemas.openxmlformats.org/drawingml/2006/main">
              <a:ext uri="{FF2B5EF4-FFF2-40B4-BE49-F238E27FC236}">
                <a16:creationId xmlns:a16="http://schemas.microsoft.com/office/drawing/2014/main" id="{DFFCB82D-6A8A-405A-84CD-E03D52BABEBD}"/>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9" name="user-label">
            <a:extLst xmlns:a="http://schemas.openxmlformats.org/drawingml/2006/main">
              <a:ext uri="{FF2B5EF4-FFF2-40B4-BE49-F238E27FC236}">
                <a16:creationId xmlns:a16="http://schemas.microsoft.com/office/drawing/2014/main" id="{4E6F2D18-E11E-43DA-976E-B723D1BDD860}"/>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buNone/>
              <a:defRPr sz="1500" b="1">
                <a:solidFill>
                  <a:srgbClr val="008D98"/>
                </a:solidFill>
                <a:latin typeface="Malgun Gothic"/>
                <a:ea typeface="Malgun Gothic"/>
                <a:cs typeface="Malgun Gothic"/>
              </a:defRPr>
            </a:lvl1pPr>
            <a:lvl2pPr>
              <a:buNone/>
              <a:defRPr sz="1500" b="1">
                <a:solidFill>
                  <a:srgbClr val="008D98"/>
                </a:solidFill>
                <a:latin typeface="Malgun Gothic"/>
                <a:ea typeface="Malgun Gothic"/>
                <a:cs typeface="Malgun Gothic"/>
              </a:defRPr>
            </a:lvl2pPr>
            <a:lvl3pPr>
              <a:buNone/>
              <a:defRPr sz="1500" b="1">
                <a:solidFill>
                  <a:srgbClr val="008D98"/>
                </a:solidFill>
                <a:latin typeface="Malgun Gothic"/>
                <a:ea typeface="Malgun Gothic"/>
                <a:cs typeface="Malgun Gothic"/>
              </a:defRPr>
            </a:lvl3pPr>
            <a:lvl4pPr>
              <a:buNone/>
              <a:defRPr sz="1500" b="1">
                <a:solidFill>
                  <a:srgbClr val="008D98"/>
                </a:solidFill>
                <a:latin typeface="Malgun Gothic"/>
                <a:ea typeface="Malgun Gothic"/>
                <a:cs typeface="Malgun Gothic"/>
              </a:defRPr>
            </a:lvl4pPr>
            <a:lvl5pPr>
              <a:buNone/>
              <a:defRPr sz="1500" b="1">
                <a:solidFill>
                  <a:srgbClr val="008D98"/>
                </a:solidFill>
                <a:latin typeface="Malgun Gothic"/>
                <a:ea typeface="Malgun Gothic"/>
                <a:cs typeface="Malgun Gothic"/>
              </a:defRPr>
            </a:lvl5pPr>
            <a:lvl6pPr>
              <a:buNone/>
              <a:defRPr sz="1500" b="1">
                <a:solidFill>
                  <a:srgbClr val="008D98"/>
                </a:solidFill>
                <a:latin typeface="Malgun Gothic"/>
                <a:ea typeface="Malgun Gothic"/>
                <a:cs typeface="Malgun Gothic"/>
              </a:defRPr>
            </a:lvl6pPr>
            <a:lvl7pPr>
              <a:buNone/>
              <a:defRPr sz="1500" b="1">
                <a:solidFill>
                  <a:srgbClr val="008D98"/>
                </a:solidFill>
                <a:latin typeface="Malgun Gothic"/>
                <a:ea typeface="Malgun Gothic"/>
                <a:cs typeface="Malgun Gothic"/>
              </a:defRPr>
            </a:lvl7pPr>
            <a:lvl8pPr>
              <a:buNone/>
              <a:defRPr sz="1500" b="1">
                <a:solidFill>
                  <a:srgbClr val="008D98"/>
                </a:solidFill>
                <a:latin typeface="Malgun Gothic"/>
                <a:ea typeface="Malgun Gothic"/>
                <a:cs typeface="Malgun Gothic"/>
              </a:defRPr>
            </a:lvl8pPr>
            <a:lvl9pPr>
              <a:buNone/>
              <a:defRPr sz="1500" b="1">
                <a:solidFill>
                  <a:srgbClr val="008D98"/>
                </a:solidFill>
                <a:latin typeface="Malgun Gothic"/>
                <a:ea typeface="Malgun Gothic"/>
                <a:cs typeface="Malgun Gothic"/>
              </a:defRPr>
            </a:lvl9pPr>
          </a:lstStyle>
          <a:p xmlns:a="http://schemas.openxmlformats.org/drawingml/2006/main">
            <a:pPr>
              <a:buNone/>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0" name="user-body">
            <a:extLst xmlns:a="http://schemas.openxmlformats.org/drawingml/2006/main">
              <a:ext uri="{FF2B5EF4-FFF2-40B4-BE49-F238E27FC236}">
                <a16:creationId xmlns:a16="http://schemas.microsoft.com/office/drawing/2014/main" id="{085C567A-413A-4C9D-B0D9-3E0C9FAB09AC}"/>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개발 목표·작업 단위·문서 운영 기준 제시</a:t>
            </a:r>
          </a:p>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기능 판단, 오류 확인, 검증 자료 제공</a:t>
            </a:r>
          </a:p>
        </p:txBody>
      </p:sp>
      <p:sp>
        <p:nvSpPr>
          <p:cNvPr id="31" name="codex-label">
            <a:extLst xmlns:a="http://schemas.openxmlformats.org/drawingml/2006/main">
              <a:ext uri="{FF2B5EF4-FFF2-40B4-BE49-F238E27FC236}">
                <a16:creationId xmlns:a16="http://schemas.microsoft.com/office/drawing/2014/main" id="{09DCCDA7-54E3-4144-A0A1-F1A9673ED0AC}"/>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buNone/>
              <a:defRPr sz="1500" b="1">
                <a:solidFill>
                  <a:srgbClr val="B45F20"/>
                </a:solidFill>
                <a:latin typeface="Malgun Gothic"/>
                <a:ea typeface="Malgun Gothic"/>
                <a:cs typeface="Malgun Gothic"/>
              </a:defRPr>
            </a:lvl1pPr>
            <a:lvl2pPr>
              <a:buNone/>
              <a:defRPr sz="1500" b="1">
                <a:solidFill>
                  <a:srgbClr val="B45F20"/>
                </a:solidFill>
                <a:latin typeface="Malgun Gothic"/>
                <a:ea typeface="Malgun Gothic"/>
                <a:cs typeface="Malgun Gothic"/>
              </a:defRPr>
            </a:lvl2pPr>
            <a:lvl3pPr>
              <a:buNone/>
              <a:defRPr sz="1500" b="1">
                <a:solidFill>
                  <a:srgbClr val="B45F20"/>
                </a:solidFill>
                <a:latin typeface="Malgun Gothic"/>
                <a:ea typeface="Malgun Gothic"/>
                <a:cs typeface="Malgun Gothic"/>
              </a:defRPr>
            </a:lvl3pPr>
            <a:lvl4pPr>
              <a:buNone/>
              <a:defRPr sz="1500" b="1">
                <a:solidFill>
                  <a:srgbClr val="B45F20"/>
                </a:solidFill>
                <a:latin typeface="Malgun Gothic"/>
                <a:ea typeface="Malgun Gothic"/>
                <a:cs typeface="Malgun Gothic"/>
              </a:defRPr>
            </a:lvl4pPr>
            <a:lvl5pPr>
              <a:buNone/>
              <a:defRPr sz="1500" b="1">
                <a:solidFill>
                  <a:srgbClr val="B45F20"/>
                </a:solidFill>
                <a:latin typeface="Malgun Gothic"/>
                <a:ea typeface="Malgun Gothic"/>
                <a:cs typeface="Malgun Gothic"/>
              </a:defRPr>
            </a:lvl5pPr>
            <a:lvl6pPr>
              <a:buNone/>
              <a:defRPr sz="1500" b="1">
                <a:solidFill>
                  <a:srgbClr val="B45F20"/>
                </a:solidFill>
                <a:latin typeface="Malgun Gothic"/>
                <a:ea typeface="Malgun Gothic"/>
                <a:cs typeface="Malgun Gothic"/>
              </a:defRPr>
            </a:lvl6pPr>
            <a:lvl7pPr>
              <a:buNone/>
              <a:defRPr sz="1500" b="1">
                <a:solidFill>
                  <a:srgbClr val="B45F20"/>
                </a:solidFill>
                <a:latin typeface="Malgun Gothic"/>
                <a:ea typeface="Malgun Gothic"/>
                <a:cs typeface="Malgun Gothic"/>
              </a:defRPr>
            </a:lvl7pPr>
            <a:lvl8pPr>
              <a:buNone/>
              <a:defRPr sz="1500" b="1">
                <a:solidFill>
                  <a:srgbClr val="B45F20"/>
                </a:solidFill>
                <a:latin typeface="Malgun Gothic"/>
                <a:ea typeface="Malgun Gothic"/>
                <a:cs typeface="Malgun Gothic"/>
              </a:defRPr>
            </a:lvl8pPr>
            <a:lvl9pPr>
              <a:buNone/>
              <a:defRPr sz="1500" b="1">
                <a:solidFill>
                  <a:srgbClr val="B45F20"/>
                </a:solidFill>
                <a:latin typeface="Malgun Gothic"/>
                <a:ea typeface="Malgun Gothic"/>
                <a:cs typeface="Malgun Gothic"/>
              </a:defRPr>
            </a:lvl9pPr>
          </a:lstStyle>
          <a:p xmlns:a="http://schemas.openxmlformats.org/drawingml/2006/main">
            <a:pPr>
              <a:buNone/>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2" name="codex-body">
            <a:extLst xmlns:a="http://schemas.openxmlformats.org/drawingml/2006/main">
              <a:ext uri="{FF2B5EF4-FFF2-40B4-BE49-F238E27FC236}">
                <a16:creationId xmlns:a16="http://schemas.microsoft.com/office/drawing/2014/main" id="{BE542836-B4CF-4A6A-8F44-C4564BDF055A}"/>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계획·문서 구체화와 코드 구현·수정</a:t>
            </a:r>
          </a:p>
          <a:p xmlns:a="http://schemas.openxmlformats.org/drawingml/2006/main">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빌드 실행, 자동 리뷰와 기록 정리</a:t>
            </a:r>
          </a:p>
        </p:txBody>
      </p:sp>
      <p:sp>
        <p:nvSpPr>
          <p:cNvPr id="33" name="scope-note">
            <a:extLst xmlns:a="http://schemas.openxmlformats.org/drawingml/2006/main">
              <a:ext uri="{FF2B5EF4-FFF2-40B4-BE49-F238E27FC236}">
                <a16:creationId xmlns:a16="http://schemas.microsoft.com/office/drawing/2014/main" id="{CF88A64A-FEEB-4010-A5EB-8993B2FFC68F}"/>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buNone/>
              <a:defRPr sz="1125" b="0">
                <a:solidFill>
                  <a:srgbClr val="56616B"/>
                </a:solidFill>
                <a:latin typeface="Malgun Gothic"/>
                <a:ea typeface="Malgun Gothic"/>
                <a:cs typeface="Malgun Gothic"/>
              </a:defRPr>
            </a:lvl1pPr>
            <a:lvl2pPr>
              <a:buNone/>
              <a:defRPr sz="1125" b="0">
                <a:solidFill>
                  <a:srgbClr val="56616B"/>
                </a:solidFill>
                <a:latin typeface="Malgun Gothic"/>
                <a:ea typeface="Malgun Gothic"/>
                <a:cs typeface="Malgun Gothic"/>
              </a:defRPr>
            </a:lvl2pPr>
            <a:lvl3pPr>
              <a:buNone/>
              <a:defRPr sz="1125" b="0">
                <a:solidFill>
                  <a:srgbClr val="56616B"/>
                </a:solidFill>
                <a:latin typeface="Malgun Gothic"/>
                <a:ea typeface="Malgun Gothic"/>
                <a:cs typeface="Malgun Gothic"/>
              </a:defRPr>
            </a:lvl3pPr>
            <a:lvl4pPr>
              <a:buNone/>
              <a:defRPr sz="1125" b="0">
                <a:solidFill>
                  <a:srgbClr val="56616B"/>
                </a:solidFill>
                <a:latin typeface="Malgun Gothic"/>
                <a:ea typeface="Malgun Gothic"/>
                <a:cs typeface="Malgun Gothic"/>
              </a:defRPr>
            </a:lvl4pPr>
            <a:lvl5pPr>
              <a:buNone/>
              <a:defRPr sz="1125" b="0">
                <a:solidFill>
                  <a:srgbClr val="56616B"/>
                </a:solidFill>
                <a:latin typeface="Malgun Gothic"/>
                <a:ea typeface="Malgun Gothic"/>
                <a:cs typeface="Malgun Gothic"/>
              </a:defRPr>
            </a:lvl5pPr>
            <a:lvl6pPr>
              <a:buNone/>
              <a:defRPr sz="1125" b="0">
                <a:solidFill>
                  <a:srgbClr val="56616B"/>
                </a:solidFill>
                <a:latin typeface="Malgun Gothic"/>
                <a:ea typeface="Malgun Gothic"/>
                <a:cs typeface="Malgun Gothic"/>
              </a:defRPr>
            </a:lvl6pPr>
            <a:lvl7pPr>
              <a:buNone/>
              <a:defRPr sz="1125" b="0">
                <a:solidFill>
                  <a:srgbClr val="56616B"/>
                </a:solidFill>
                <a:latin typeface="Malgun Gothic"/>
                <a:ea typeface="Malgun Gothic"/>
                <a:cs typeface="Malgun Gothic"/>
              </a:defRPr>
            </a:lvl7pPr>
            <a:lvl8pPr>
              <a:buNone/>
              <a:defRPr sz="1125" b="0">
                <a:solidFill>
                  <a:srgbClr val="56616B"/>
                </a:solidFill>
                <a:latin typeface="Malgun Gothic"/>
                <a:ea typeface="Malgun Gothic"/>
                <a:cs typeface="Malgun Gothic"/>
              </a:defRPr>
            </a:lvl8pPr>
            <a:lvl9pPr>
              <a:buNone/>
              <a:defRPr sz="1125" b="0">
                <a:solidFill>
                  <a:srgbClr val="56616B"/>
                </a:solidFill>
                <a:latin typeface="Malgun Gothic"/>
                <a:ea typeface="Malgun Gothic"/>
                <a:cs typeface="Malgun Gothic"/>
              </a:defRPr>
            </a:lvl9pPr>
          </a:lstStyle>
          <a:p xmlns:a="http://schemas.openxmlformats.org/drawingml/2006/main">
            <a:pPr>
              <a:buNone/>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각 사례의 작업은 개발 당시 기록을 기준으로 작성했습니다. 2026.10 추가 QA와 미검증 범위는 개발 당시 기록과 구분합니다.</a:t>
            </a:r>
          </a:p>
        </p:txBody>
      </p:sp>
      <p:sp>
        <p:nvSpPr>
          <p:cNvPr id="35" name="meta-scale-label">
            <a:extLst xmlns:a="http://schemas.openxmlformats.org/drawingml/2006/main">
              <a:ext uri="{FF2B5EF4-FFF2-40B4-BE49-F238E27FC236}">
                <a16:creationId xmlns:a16="http://schemas.microsoft.com/office/drawing/2014/main" id="{50328412-25C6-454D-A04A-3E295B96558E}"/>
              </a:ext>
            </a:extLst>
          </p:cNvPr>
          <p:cNvSpPr>
            <a:spLocks xmlns:a="http://schemas.openxmlformats.org/drawingml/2006/main" noGrp="1"/>
          </p:cNvSpPr>
          <p:nvPr/>
        </p:nvSpPr>
        <p:spPr>
          <a:xfrm xmlns:a="http://schemas.openxmlformats.org/drawingml/2006/main">
            <a:off x="3333750" y="213360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56616B"/>
                </a:solidFill>
                <a:latin typeface="Malgun Gothic"/>
                <a:ea typeface="Malgun Gothic"/>
                <a:cs typeface="Malgun Gothic"/>
              </a:defRPr>
            </a:defPPr>
            <a:lvl1pPr>
              <a:defRPr sz="1425" b="0">
                <a:solidFill>
                  <a:srgbClr val="56616B"/>
                </a:solidFill>
                <a:latin typeface="Malgun Gothic"/>
                <a:ea typeface="Malgun Gothic"/>
                <a:cs typeface="Malgun Gothic"/>
              </a:defRPr>
            </a:lvl1pPr>
            <a:lvl2pPr>
              <a:defRPr sz="1425" b="0">
                <a:solidFill>
                  <a:srgbClr val="56616B"/>
                </a:solidFill>
                <a:latin typeface="Malgun Gothic"/>
                <a:ea typeface="Malgun Gothic"/>
                <a:cs typeface="Malgun Gothic"/>
              </a:defRPr>
            </a:lvl2pPr>
            <a:lvl3pPr>
              <a:defRPr sz="1425" b="0">
                <a:solidFill>
                  <a:srgbClr val="56616B"/>
                </a:solidFill>
                <a:latin typeface="Malgun Gothic"/>
                <a:ea typeface="Malgun Gothic"/>
                <a:cs typeface="Malgun Gothic"/>
              </a:defRPr>
            </a:lvl3pPr>
            <a:lvl4pPr>
              <a:defRPr sz="1425" b="0">
                <a:solidFill>
                  <a:srgbClr val="56616B"/>
                </a:solidFill>
                <a:latin typeface="Malgun Gothic"/>
                <a:ea typeface="Malgun Gothic"/>
                <a:cs typeface="Malgun Gothic"/>
              </a:defRPr>
            </a:lvl4pPr>
            <a:lvl5pPr>
              <a:defRPr sz="1425" b="0">
                <a:solidFill>
                  <a:srgbClr val="56616B"/>
                </a:solidFill>
                <a:latin typeface="Malgun Gothic"/>
                <a:ea typeface="Malgun Gothic"/>
                <a:cs typeface="Malgun Gothic"/>
              </a:defRPr>
            </a:lvl5pPr>
            <a:lvl6pPr>
              <a:defRPr sz="1425" b="0">
                <a:solidFill>
                  <a:srgbClr val="56616B"/>
                </a:solidFill>
                <a:latin typeface="Malgun Gothic"/>
                <a:ea typeface="Malgun Gothic"/>
                <a:cs typeface="Malgun Gothic"/>
              </a:defRPr>
            </a:lvl6pPr>
            <a:lvl7pPr>
              <a:defRPr sz="1425" b="0">
                <a:solidFill>
                  <a:srgbClr val="56616B"/>
                </a:solidFill>
                <a:latin typeface="Malgun Gothic"/>
                <a:ea typeface="Malgun Gothic"/>
                <a:cs typeface="Malgun Gothic"/>
              </a:defRPr>
            </a:lvl7pPr>
            <a:lvl8pPr>
              <a:defRPr sz="1425" b="0">
                <a:solidFill>
                  <a:srgbClr val="56616B"/>
                </a:solidFill>
                <a:latin typeface="Malgun Gothic"/>
                <a:ea typeface="Malgun Gothic"/>
                <a:cs typeface="Malgun Gothic"/>
              </a:defRPr>
            </a:lvl8pPr>
            <a:lvl9pPr>
              <a:defRPr sz="1425" b="0">
                <a:solidFill>
                  <a:srgbClr val="56616B"/>
                </a:solidFill>
                <a:latin typeface="Malgun Gothic"/>
                <a:ea typeface="Malgun Gothic"/>
                <a:cs typeface="Malgun Gothic"/>
              </a:defRPr>
            </a:lvl9pPr>
          </a:lstStyle>
          <a:p xmlns:a="http://schemas.openxmlformats.org/drawingml/2006/main">
            <a:pPr>
              <a:defRPr sz="1425" b="0">
                <a:solidFill>
                  <a:srgbClr val="56616B"/>
                </a:solidFill>
                <a:latin typeface="Malgun Gothic"/>
                <a:ea typeface="Malgun Gothic"/>
                <a:cs typeface="Malgun Gothic"/>
              </a:defRPr>
            </a:pPr>
            <a:r>
              <a:rPr sz="1425" b="0">
                <a:solidFill>
                  <a:srgbClr val="56616B"/>
                </a:solidFill>
                <a:latin typeface="Malgun Gothic"/>
                <a:ea typeface="Malgun Gothic"/>
                <a:cs typeface="Malgun Gothic"/>
              </a:rPr>
              <a:t>개발 규모</a:t>
            </a:r>
          </a:p>
        </p:txBody>
      </p:sp>
      <p:sp>
        <p:nvSpPr>
          <p:cNvPr id="36" name="meta-scale-main">
            <a:extLst xmlns:a="http://schemas.openxmlformats.org/drawingml/2006/main">
              <a:ext uri="{FF2B5EF4-FFF2-40B4-BE49-F238E27FC236}">
                <a16:creationId xmlns:a16="http://schemas.microsoft.com/office/drawing/2014/main" id="{CB2CE511-CCB4-403F-81AB-7AE31F83D513}"/>
              </a:ext>
            </a:extLst>
          </p:cNvPr>
          <p:cNvSpPr>
            <a:spLocks xmlns:a="http://schemas.openxmlformats.org/drawingml/2006/main" noGrp="1"/>
          </p:cNvSpPr>
          <p:nvPr/>
        </p:nvSpPr>
        <p:spPr>
          <a:xfrm xmlns:a="http://schemas.openxmlformats.org/drawingml/2006/main">
            <a:off x="3333750" y="24765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defRPr sz="1800" b="1">
                <a:solidFill>
                  <a:srgbClr val="183440"/>
                </a:solidFill>
                <a:latin typeface="Malgun Gothic"/>
                <a:ea typeface="Malgun Gothic"/>
                <a:cs typeface="Malgun Gothic"/>
              </a:defRPr>
            </a:lvl1pPr>
            <a:lvl2pPr>
              <a:defRPr sz="1800" b="1">
                <a:solidFill>
                  <a:srgbClr val="183440"/>
                </a:solidFill>
                <a:latin typeface="Malgun Gothic"/>
                <a:ea typeface="Malgun Gothic"/>
                <a:cs typeface="Malgun Gothic"/>
              </a:defRPr>
            </a:lvl2pPr>
            <a:lvl3pPr>
              <a:defRPr sz="1800" b="1">
                <a:solidFill>
                  <a:srgbClr val="183440"/>
                </a:solidFill>
                <a:latin typeface="Malgun Gothic"/>
                <a:ea typeface="Malgun Gothic"/>
                <a:cs typeface="Malgun Gothic"/>
              </a:defRPr>
            </a:lvl3pPr>
            <a:lvl4pPr>
              <a:defRPr sz="1800" b="1">
                <a:solidFill>
                  <a:srgbClr val="183440"/>
                </a:solidFill>
                <a:latin typeface="Malgun Gothic"/>
                <a:ea typeface="Malgun Gothic"/>
                <a:cs typeface="Malgun Gothic"/>
              </a:defRPr>
            </a:lvl4pPr>
            <a:lvl5pPr>
              <a:defRPr sz="1800" b="1">
                <a:solidFill>
                  <a:srgbClr val="183440"/>
                </a:solidFill>
                <a:latin typeface="Malgun Gothic"/>
                <a:ea typeface="Malgun Gothic"/>
                <a:cs typeface="Malgun Gothic"/>
              </a:defRPr>
            </a:lvl5pPr>
            <a:lvl6pPr>
              <a:defRPr sz="1800" b="1">
                <a:solidFill>
                  <a:srgbClr val="183440"/>
                </a:solidFill>
                <a:latin typeface="Malgun Gothic"/>
                <a:ea typeface="Malgun Gothic"/>
                <a:cs typeface="Malgun Gothic"/>
              </a:defRPr>
            </a:lvl6pPr>
            <a:lvl7pPr>
              <a:defRPr sz="1800" b="1">
                <a:solidFill>
                  <a:srgbClr val="183440"/>
                </a:solidFill>
                <a:latin typeface="Malgun Gothic"/>
                <a:ea typeface="Malgun Gothic"/>
                <a:cs typeface="Malgun Gothic"/>
              </a:defRPr>
            </a:lvl7pPr>
            <a:lvl8pPr>
              <a:defRPr sz="1800" b="1">
                <a:solidFill>
                  <a:srgbClr val="183440"/>
                </a:solidFill>
                <a:latin typeface="Malgun Gothic"/>
                <a:ea typeface="Malgun Gothic"/>
                <a:cs typeface="Malgun Gothic"/>
              </a:defRPr>
            </a:lvl8pPr>
            <a:lvl9pPr>
              <a:defRPr sz="1800" b="1">
                <a:solidFill>
                  <a:srgbClr val="183440"/>
                </a:solidFill>
                <a:latin typeface="Malgun Gothic"/>
                <a:ea typeface="Malgun Gothic"/>
                <a:cs typeface="Malgun Gothic"/>
              </a:defRPr>
            </a:lvl9pPr>
          </a:lstStyle>
          <a:p xmlns:a="http://schemas.openxmlformats.org/drawingml/2006/main">
            <a:pPr>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1인 개발</a:t>
            </a:r>
          </a:p>
        </p:txBody>
      </p:sp>
      <p:sp>
        <p:nvSpPr>
          <p:cNvPr id="37" name="rect-2">
            <a:extLst xmlns:a="http://schemas.openxmlformats.org/drawingml/2006/main">
              <a:ext uri="{FF2B5EF4-FFF2-40B4-BE49-F238E27FC236}">
                <a16:creationId xmlns:a16="http://schemas.microsoft.com/office/drawing/2014/main" id="{9D4E3989-38FC-4A80-8ECC-B9D43CA84D74}"/>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Tree>
    <p:extLst>
      <p:ext uri="{BB962C8B-B14F-4D97-AF65-F5344CB8AC3E}">
        <p14:creationId xmlns:p14="http://schemas.microsoft.com/office/powerpoint/2010/main" val="36010997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rect-3">
            <a:extLst xmlns:a="http://schemas.openxmlformats.org/drawingml/2006/main">
              <a:ext uri="{FF2B5EF4-FFF2-40B4-BE49-F238E27FC236}">
                <a16:creationId xmlns:a16="http://schemas.microsoft.com/office/drawing/2014/main" id="{184E6DA4-534F-4BCB-BB80-3A89BD921DB4}"/>
              </a:ext>
            </a:extLst>
          </p:cNvPr>
          <p:cNvSpPr>
            <a:spLocks xmlns:a="http://schemas.openxmlformats.org/drawingml/2006/main" noGrp="1"/>
          </p:cNvSpPr>
          <p:nvPr/>
        </p:nvSpPr>
        <p:spPr>
          <a:xfrm xmlns:a="http://schemas.openxmlformats.org/drawingml/2006/main">
            <a:off x="0" y="0"/>
            <a:ext cx="12192000" cy="1771650"/>
          </a:xfrm>
          <a:prstGeom xmlns:a="http://schemas.openxmlformats.org/drawingml/2006/main" prst="rect">
            <a:avLst/>
          </a:prstGeom>
          <a:solidFill xmlns:a="http://schemas.openxmlformats.org/drawingml/2006/main">
            <a:srgbClr val="EDF4F9"/>
          </a:solidFill>
          <a:ln xmlns:a="http://schemas.openxmlformats.org/drawingml/2006/main" w="0">
            <a:noFill/>
          </a:ln>
        </p:spPr>
      </p:sp>
      <p:sp>
        <p:nvSpPr>
          <p:cNvPr id="2" name="rect-4">
            <a:extLst xmlns:a="http://schemas.openxmlformats.org/drawingml/2006/main">
              <a:ext uri="{FF2B5EF4-FFF2-40B4-BE49-F238E27FC236}">
                <a16:creationId xmlns:a16="http://schemas.microsoft.com/office/drawing/2014/main" id="{616969D7-5009-4C0B-81E1-1BA2C630D826}"/>
              </a:ext>
            </a:extLst>
          </p:cNvPr>
          <p:cNvSpPr>
            <a:spLocks xmlns:a="http://schemas.openxmlformats.org/drawingml/2006/main" noGrp="1"/>
          </p:cNvSpPr>
          <p:nvPr/>
        </p:nvSpPr>
        <p:spPr>
          <a:xfrm xmlns:a="http://schemas.openxmlformats.org/drawingml/2006/main">
            <a:off x="0" y="0"/>
            <a:ext cx="66675" cy="177165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3" name="text-5">
            <a:extLst xmlns:a="http://schemas.openxmlformats.org/drawingml/2006/main">
              <a:ext uri="{FF2B5EF4-FFF2-40B4-BE49-F238E27FC236}">
                <a16:creationId xmlns:a16="http://schemas.microsoft.com/office/drawing/2014/main" id="{320E7A96-6D98-48F6-8975-6B3AA43B6429}"/>
              </a:ext>
            </a:extLst>
          </p:cNvPr>
          <p:cNvSpPr>
            <a:spLocks xmlns:a="http://schemas.openxmlformats.org/drawingml/2006/main" noGrp="1"/>
          </p:cNvSpPr>
          <p:nvPr/>
        </p:nvSpPr>
        <p:spPr>
          <a:xfrm xmlns:a="http://schemas.openxmlformats.org/drawingml/2006/main">
            <a:off x="457200" y="27622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2B6CB0"/>
                </a:solidFill>
                <a:latin typeface="Malgun Gothic"/>
                <a:ea typeface="Malgun Gothic"/>
                <a:cs typeface="Malgun Gothic"/>
              </a:defRPr>
            </a:defPPr>
            <a:lvl1pPr>
              <a:defRPr sz="1200" b="1">
                <a:solidFill>
                  <a:srgbClr val="2B6CB0"/>
                </a:solidFill>
                <a:latin typeface="Malgun Gothic"/>
                <a:ea typeface="Malgun Gothic"/>
                <a:cs typeface="Malgun Gothic"/>
              </a:defRPr>
            </a:lvl1pPr>
            <a:lvl2pPr>
              <a:defRPr sz="1200" b="1">
                <a:solidFill>
                  <a:srgbClr val="2B6CB0"/>
                </a:solidFill>
                <a:latin typeface="Malgun Gothic"/>
                <a:ea typeface="Malgun Gothic"/>
                <a:cs typeface="Malgun Gothic"/>
              </a:defRPr>
            </a:lvl2pPr>
            <a:lvl3pPr>
              <a:defRPr sz="1200" b="1">
                <a:solidFill>
                  <a:srgbClr val="2B6CB0"/>
                </a:solidFill>
                <a:latin typeface="Malgun Gothic"/>
                <a:ea typeface="Malgun Gothic"/>
                <a:cs typeface="Malgun Gothic"/>
              </a:defRPr>
            </a:lvl3pPr>
            <a:lvl4pPr>
              <a:defRPr sz="1200" b="1">
                <a:solidFill>
                  <a:srgbClr val="2B6CB0"/>
                </a:solidFill>
                <a:latin typeface="Malgun Gothic"/>
                <a:ea typeface="Malgun Gothic"/>
                <a:cs typeface="Malgun Gothic"/>
              </a:defRPr>
            </a:lvl4pPr>
            <a:lvl5pPr>
              <a:defRPr sz="1200" b="1">
                <a:solidFill>
                  <a:srgbClr val="2B6CB0"/>
                </a:solidFill>
                <a:latin typeface="Malgun Gothic"/>
                <a:ea typeface="Malgun Gothic"/>
                <a:cs typeface="Malgun Gothic"/>
              </a:defRPr>
            </a:lvl5pPr>
            <a:lvl6pPr>
              <a:defRPr sz="1200" b="1">
                <a:solidFill>
                  <a:srgbClr val="2B6CB0"/>
                </a:solidFill>
                <a:latin typeface="Malgun Gothic"/>
                <a:ea typeface="Malgun Gothic"/>
                <a:cs typeface="Malgun Gothic"/>
              </a:defRPr>
            </a:lvl6pPr>
            <a:lvl7pPr>
              <a:defRPr sz="1200" b="1">
                <a:solidFill>
                  <a:srgbClr val="2B6CB0"/>
                </a:solidFill>
                <a:latin typeface="Malgun Gothic"/>
                <a:ea typeface="Malgun Gothic"/>
                <a:cs typeface="Malgun Gothic"/>
              </a:defRPr>
            </a:lvl7pPr>
            <a:lvl8pPr>
              <a:defRPr sz="1200" b="1">
                <a:solidFill>
                  <a:srgbClr val="2B6CB0"/>
                </a:solidFill>
                <a:latin typeface="Malgun Gothic"/>
                <a:ea typeface="Malgun Gothic"/>
                <a:cs typeface="Malgun Gothic"/>
              </a:defRPr>
            </a:lvl8pPr>
            <a:lvl9pPr>
              <a:defRPr sz="1200" b="1">
                <a:solidFill>
                  <a:srgbClr val="2B6CB0"/>
                </a:solidFill>
                <a:latin typeface="Malgun Gothic"/>
                <a:ea typeface="Malgun Gothic"/>
                <a:cs typeface="Malgun Gothic"/>
              </a:defRPr>
            </a:lvl9pPr>
          </a:lstStyle>
          <a:p xmlns:a="http://schemas.openxmlformats.org/drawingml/2006/main">
            <a:pPr>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포트폴리오 안내 | 프로젝트 구성</a:t>
            </a:r>
          </a:p>
        </p:txBody>
      </p:sp>
      <p:sp>
        <p:nvSpPr>
          <p:cNvPr id="4" name="text-6">
            <a:extLst xmlns:a="http://schemas.openxmlformats.org/drawingml/2006/main">
              <a:ext uri="{FF2B5EF4-FFF2-40B4-BE49-F238E27FC236}">
                <a16:creationId xmlns:a16="http://schemas.microsoft.com/office/drawing/2014/main" id="{A05A9B3E-793A-40E5-8023-AF9DE7A9E984}"/>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02 / 15</a:t>
            </a:r>
          </a:p>
        </p:txBody>
      </p:sp>
      <p:sp>
        <p:nvSpPr>
          <p:cNvPr id="5" name="text-7">
            <a:extLst xmlns:a="http://schemas.openxmlformats.org/drawingml/2006/main">
              <a:ext uri="{FF2B5EF4-FFF2-40B4-BE49-F238E27FC236}">
                <a16:creationId xmlns:a16="http://schemas.microsoft.com/office/drawing/2014/main" id="{BCC24561-498D-4D44-832C-76F74B46F64F}"/>
              </a:ext>
            </a:extLst>
          </p:cNvPr>
          <p:cNvSpPr>
            <a:spLocks xmlns:a="http://schemas.openxmlformats.org/drawingml/2006/main" noGrp="1"/>
          </p:cNvSpPr>
          <p:nvPr/>
        </p:nvSpPr>
        <p:spPr>
          <a:xfrm xmlns:a="http://schemas.openxmlformats.org/drawingml/2006/main">
            <a:off x="457200" y="62865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프로젝트 구성</a:t>
            </a:r>
          </a:p>
        </p:txBody>
      </p:sp>
      <p:sp>
        <p:nvSpPr>
          <p:cNvPr id="6" name="text-8">
            <a:extLst xmlns:a="http://schemas.openxmlformats.org/drawingml/2006/main">
              <a:ext uri="{FF2B5EF4-FFF2-40B4-BE49-F238E27FC236}">
                <a16:creationId xmlns:a16="http://schemas.microsoft.com/office/drawing/2014/main" id="{048B0964-7C76-4A08-9150-DC1D16D42C9E}"/>
              </a:ext>
            </a:extLst>
          </p:cNvPr>
          <p:cNvSpPr>
            <a:spLocks xmlns:a="http://schemas.openxmlformats.org/drawingml/2006/main" noGrp="1"/>
          </p:cNvSpPr>
          <p:nvPr/>
        </p:nvSpPr>
        <p:spPr>
          <a:xfrm xmlns:a="http://schemas.openxmlformats.org/drawingml/2006/main">
            <a:off x="457200" y="127635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627B88"/>
                </a:solidFill>
                <a:latin typeface="Malgun Gothic"/>
                <a:ea typeface="Malgun Gothic"/>
                <a:cs typeface="Malgun Gothic"/>
              </a:defRPr>
            </a:defPPr>
            <a:lvl1pPr>
              <a:defRPr sz="1650" b="0">
                <a:solidFill>
                  <a:srgbClr val="627B88"/>
                </a:solidFill>
                <a:latin typeface="Malgun Gothic"/>
                <a:ea typeface="Malgun Gothic"/>
                <a:cs typeface="Malgun Gothic"/>
              </a:defRPr>
            </a:lvl1pPr>
            <a:lvl2pPr>
              <a:defRPr sz="1650" b="0">
                <a:solidFill>
                  <a:srgbClr val="627B88"/>
                </a:solidFill>
                <a:latin typeface="Malgun Gothic"/>
                <a:ea typeface="Malgun Gothic"/>
                <a:cs typeface="Malgun Gothic"/>
              </a:defRPr>
            </a:lvl2pPr>
            <a:lvl3pPr>
              <a:defRPr sz="1650" b="0">
                <a:solidFill>
                  <a:srgbClr val="627B88"/>
                </a:solidFill>
                <a:latin typeface="Malgun Gothic"/>
                <a:ea typeface="Malgun Gothic"/>
                <a:cs typeface="Malgun Gothic"/>
              </a:defRPr>
            </a:lvl3pPr>
            <a:lvl4pPr>
              <a:defRPr sz="1650" b="0">
                <a:solidFill>
                  <a:srgbClr val="627B88"/>
                </a:solidFill>
                <a:latin typeface="Malgun Gothic"/>
                <a:ea typeface="Malgun Gothic"/>
                <a:cs typeface="Malgun Gothic"/>
              </a:defRPr>
            </a:lvl4pPr>
            <a:lvl5pPr>
              <a:defRPr sz="1650" b="0">
                <a:solidFill>
                  <a:srgbClr val="627B88"/>
                </a:solidFill>
                <a:latin typeface="Malgun Gothic"/>
                <a:ea typeface="Malgun Gothic"/>
                <a:cs typeface="Malgun Gothic"/>
              </a:defRPr>
            </a:lvl5pPr>
            <a:lvl6pPr>
              <a:defRPr sz="1650" b="0">
                <a:solidFill>
                  <a:srgbClr val="627B88"/>
                </a:solidFill>
                <a:latin typeface="Malgun Gothic"/>
                <a:ea typeface="Malgun Gothic"/>
                <a:cs typeface="Malgun Gothic"/>
              </a:defRPr>
            </a:lvl6pPr>
            <a:lvl7pPr>
              <a:defRPr sz="1650" b="0">
                <a:solidFill>
                  <a:srgbClr val="627B88"/>
                </a:solidFill>
                <a:latin typeface="Malgun Gothic"/>
                <a:ea typeface="Malgun Gothic"/>
                <a:cs typeface="Malgun Gothic"/>
              </a:defRPr>
            </a:lvl7pPr>
            <a:lvl8pPr>
              <a:defRPr sz="1650" b="0">
                <a:solidFill>
                  <a:srgbClr val="627B88"/>
                </a:solidFill>
                <a:latin typeface="Malgun Gothic"/>
                <a:ea typeface="Malgun Gothic"/>
                <a:cs typeface="Malgun Gothic"/>
              </a:defRPr>
            </a:lvl8pPr>
            <a:lvl9pPr>
              <a:defRPr sz="1650" b="0">
                <a:solidFill>
                  <a:srgbClr val="627B88"/>
                </a:solidFill>
                <a:latin typeface="Malgun Gothic"/>
                <a:ea typeface="Malgun Gothic"/>
                <a:cs typeface="Malgun Gothic"/>
              </a:defRPr>
            </a:lvl9pPr>
          </a:lstStyle>
          <a:p xmlns:a="http://schemas.openxmlformats.org/drawingml/2006/main">
            <a:pPr>
              <a:defRPr sz="1650" b="0">
                <a:solidFill>
                  <a:srgbClr val="627B88"/>
                </a:solidFill>
                <a:latin typeface="Malgun Gothic"/>
                <a:ea typeface="Malgun Gothic"/>
                <a:cs typeface="Malgun Gothic"/>
              </a:defRPr>
            </a:pPr>
            <a:r>
              <a:rPr sz="1650" b="0">
                <a:solidFill>
                  <a:srgbClr val="627B88"/>
                </a:solidFill>
                <a:latin typeface="Malgun Gothic"/>
                <a:ea typeface="Malgun Gothic"/>
                <a:cs typeface="Malgun Gothic"/>
              </a:rPr>
              <a:t>항목을 선택하면 해당 설명 페이지로 이동합니다. 관련 영상과 근거는 각 페이지에서 확인할 수 있습니다.</a:t>
            </a:r>
          </a:p>
        </p:txBody>
      </p:sp>
      <p:sp>
        <p:nvSpPr>
          <p:cNvPr id="7" name="rect-9">
            <a:extLst xmlns:a="http://schemas.openxmlformats.org/drawingml/2006/main">
              <a:ext uri="{FF2B5EF4-FFF2-40B4-BE49-F238E27FC236}">
                <a16:creationId xmlns:a16="http://schemas.microsoft.com/office/drawing/2014/main" id="{E8085FEB-C2D2-493B-9D16-8D4FB249E281}"/>
              </a:ext>
            </a:extLst>
          </p:cNvPr>
          <p:cNvSpPr>
            <a:spLocks xmlns:a="http://schemas.openxmlformats.org/drawingml/2006/main" noGrp="1"/>
          </p:cNvSpPr>
          <p:nvPr/>
        </p:nvSpPr>
        <p:spPr>
          <a:xfrm xmlns:a="http://schemas.openxmlformats.org/drawingml/2006/main">
            <a:off x="457200" y="2057400"/>
            <a:ext cx="400050" cy="3810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8" name="text-10">
            <a:extLst xmlns:a="http://schemas.openxmlformats.org/drawingml/2006/main">
              <a:ext uri="{FF2B5EF4-FFF2-40B4-BE49-F238E27FC236}">
                <a16:creationId xmlns:a16="http://schemas.microsoft.com/office/drawing/2014/main" id="{4A52826B-D4CE-45AD-966D-10F5170524EE}"/>
              </a:ext>
            </a:extLst>
          </p:cNvPr>
          <p:cNvSpPr>
            <a:spLocks xmlns:a="http://schemas.openxmlformats.org/drawingml/2006/main" noGrp="1"/>
          </p:cNvSpPr>
          <p:nvPr/>
        </p:nvSpPr>
        <p:spPr>
          <a:xfrm xmlns:a="http://schemas.openxmlformats.org/drawingml/2006/main">
            <a:off x="457200" y="2228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2B6CB0"/>
                </a:solidFill>
                <a:latin typeface="Malgun Gothic"/>
                <a:ea typeface="Malgun Gothic"/>
                <a:cs typeface="Malgun Gothic"/>
              </a:defRPr>
            </a:defPPr>
            <a:lvl1pPr>
              <a:defRPr sz="1950" b="1">
                <a:solidFill>
                  <a:srgbClr val="2B6CB0"/>
                </a:solidFill>
                <a:latin typeface="Malgun Gothic"/>
                <a:ea typeface="Malgun Gothic"/>
                <a:cs typeface="Malgun Gothic"/>
              </a:defRPr>
            </a:lvl1pPr>
            <a:lvl2pPr>
              <a:defRPr sz="1950" b="1">
                <a:solidFill>
                  <a:srgbClr val="2B6CB0"/>
                </a:solidFill>
                <a:latin typeface="Malgun Gothic"/>
                <a:ea typeface="Malgun Gothic"/>
                <a:cs typeface="Malgun Gothic"/>
              </a:defRPr>
            </a:lvl2pPr>
            <a:lvl3pPr>
              <a:defRPr sz="1950" b="1">
                <a:solidFill>
                  <a:srgbClr val="2B6CB0"/>
                </a:solidFill>
                <a:latin typeface="Malgun Gothic"/>
                <a:ea typeface="Malgun Gothic"/>
                <a:cs typeface="Malgun Gothic"/>
              </a:defRPr>
            </a:lvl3pPr>
            <a:lvl4pPr>
              <a:defRPr sz="1950" b="1">
                <a:solidFill>
                  <a:srgbClr val="2B6CB0"/>
                </a:solidFill>
                <a:latin typeface="Malgun Gothic"/>
                <a:ea typeface="Malgun Gothic"/>
                <a:cs typeface="Malgun Gothic"/>
              </a:defRPr>
            </a:lvl4pPr>
            <a:lvl5pPr>
              <a:defRPr sz="1950" b="1">
                <a:solidFill>
                  <a:srgbClr val="2B6CB0"/>
                </a:solidFill>
                <a:latin typeface="Malgun Gothic"/>
                <a:ea typeface="Malgun Gothic"/>
                <a:cs typeface="Malgun Gothic"/>
              </a:defRPr>
            </a:lvl5pPr>
            <a:lvl6pPr>
              <a:defRPr sz="1950" b="1">
                <a:solidFill>
                  <a:srgbClr val="2B6CB0"/>
                </a:solidFill>
                <a:latin typeface="Malgun Gothic"/>
                <a:ea typeface="Malgun Gothic"/>
                <a:cs typeface="Malgun Gothic"/>
              </a:defRPr>
            </a:lvl6pPr>
            <a:lvl7pPr>
              <a:defRPr sz="1950" b="1">
                <a:solidFill>
                  <a:srgbClr val="2B6CB0"/>
                </a:solidFill>
                <a:latin typeface="Malgun Gothic"/>
                <a:ea typeface="Malgun Gothic"/>
                <a:cs typeface="Malgun Gothic"/>
              </a:defRPr>
            </a:lvl7pPr>
            <a:lvl8pPr>
              <a:defRPr sz="1950" b="1">
                <a:solidFill>
                  <a:srgbClr val="2B6CB0"/>
                </a:solidFill>
                <a:latin typeface="Malgun Gothic"/>
                <a:ea typeface="Malgun Gothic"/>
                <a:cs typeface="Malgun Gothic"/>
              </a:defRPr>
            </a:lvl8pPr>
            <a:lvl9pPr>
              <a:defRPr sz="1950" b="1">
                <a:solidFill>
                  <a:srgbClr val="2B6CB0"/>
                </a:solidFill>
                <a:latin typeface="Malgun Gothic"/>
                <a:ea typeface="Malgun Gothic"/>
                <a:cs typeface="Malgun Gothic"/>
              </a:defRPr>
            </a:lvl9pPr>
          </a:lstStyle>
          <a:p xmlns:a="http://schemas.openxmlformats.org/drawingml/2006/main">
            <a:pPr>
              <a:defRPr sz="1950" b="1">
                <a:solidFill>
                  <a:srgbClr val="2B6CB0"/>
                </a:solidFill>
                <a:latin typeface="Malgun Gothic"/>
                <a:ea typeface="Malgun Gothic"/>
                <a:cs typeface="Malgun Gothic"/>
              </a:defRPr>
            </a:pPr>
            <a:r>
              <a:rPr sz="1950" b="1">
                <a:solidFill>
                  <a:srgbClr val="2B6CB0"/>
                </a:solidFill>
                <a:latin typeface="Malgun Gothic"/>
                <a:ea typeface="Malgun Gothic"/>
                <a:cs typeface="Malgun Gothic"/>
              </a:rPr>
              <a:t>프로젝트 소개</a:t>
            </a:r>
          </a:p>
        </p:txBody>
      </p:sp>
      <p:sp>
        <p:nvSpPr>
          <p:cNvPr id="9" name="text-11">
            <a:extLst xmlns:a="http://schemas.openxmlformats.org/drawingml/2006/main">
              <a:ext uri="{FF2B5EF4-FFF2-40B4-BE49-F238E27FC236}">
                <a16:creationId xmlns:a16="http://schemas.microsoft.com/office/drawing/2014/main" id="{C6219826-AF1F-4D5E-A6A5-F10462E914CF}"/>
              </a:ext>
            </a:extLst>
          </p:cNvPr>
          <p:cNvSpPr>
            <a:spLocks xmlns:a="http://schemas.openxmlformats.org/drawingml/2006/main" noGrp="1"/>
          </p:cNvSpPr>
          <p:nvPr/>
        </p:nvSpPr>
        <p:spPr>
          <a:xfrm xmlns:a="http://schemas.openxmlformats.org/drawingml/2006/main">
            <a:off x="3124200" y="22955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lgn="r" marL="0" indent="0">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03–04</a:t>
            </a:r>
          </a:p>
        </p:txBody>
      </p:sp>
      <p:sp>
        <p:nvSpPr>
          <p:cNvPr id="10" name="link-12">
            <ns0:hlinkClick xmlns:ns0="http://schemas.openxmlformats.org/drawingml/2006/main" xmlns:ns1="http://schemas.openxmlformats.org/officeDocument/2006/relationships" ns1:id="rIdLink3" action="ppaction://hlinksldjump"/>
            <a:extLst xmlns:a="http://schemas.openxmlformats.org/drawingml/2006/main">
              <a:ext uri="{FF2B5EF4-FFF2-40B4-BE49-F238E27FC236}">
                <a16:creationId xmlns:a16="http://schemas.microsoft.com/office/drawing/2014/main" id="{D4725DBF-82BB-4FD2-A622-5BF48AE53272}"/>
              </a:ext>
            </a:extLst>
          </p:cNvPr>
          <p:cNvSpPr>
            <a:spLocks xmlns:a="http://schemas.openxmlformats.org/drawingml/2006/main" noGrp="1"/>
          </p:cNvSpPr>
          <p:nvPr/>
        </p:nvSpPr>
        <p:spPr>
          <a:xfrm xmlns:a="http://schemas.openxmlformats.org/drawingml/2006/main">
            <a:off x="457200" y="2781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2B6CB0"/>
                </a:solidFill>
                <a:latin typeface="Malgun Gothic"/>
                <a:ea typeface="Malgun Gothic"/>
                <a:cs typeface="Malgun Gothic"/>
              </a:defRPr>
            </a:defPPr>
            <a:lvl1pPr>
              <a:defRPr sz="1575" b="1">
                <a:solidFill>
                  <a:srgbClr val="2B6CB0"/>
                </a:solidFill>
                <a:latin typeface="Malgun Gothic"/>
                <a:ea typeface="Malgun Gothic"/>
                <a:cs typeface="Malgun Gothic"/>
              </a:defRPr>
            </a:lvl1pPr>
            <a:lvl2pPr>
              <a:defRPr sz="1575" b="1">
                <a:solidFill>
                  <a:srgbClr val="2B6CB0"/>
                </a:solidFill>
                <a:latin typeface="Malgun Gothic"/>
                <a:ea typeface="Malgun Gothic"/>
                <a:cs typeface="Malgun Gothic"/>
              </a:defRPr>
            </a:lvl2pPr>
            <a:lvl3pPr>
              <a:defRPr sz="1575" b="1">
                <a:solidFill>
                  <a:srgbClr val="2B6CB0"/>
                </a:solidFill>
                <a:latin typeface="Malgun Gothic"/>
                <a:ea typeface="Malgun Gothic"/>
                <a:cs typeface="Malgun Gothic"/>
              </a:defRPr>
            </a:lvl3pPr>
            <a:lvl4pPr>
              <a:defRPr sz="1575" b="1">
                <a:solidFill>
                  <a:srgbClr val="2B6CB0"/>
                </a:solidFill>
                <a:latin typeface="Malgun Gothic"/>
                <a:ea typeface="Malgun Gothic"/>
                <a:cs typeface="Malgun Gothic"/>
              </a:defRPr>
            </a:lvl4pPr>
            <a:lvl5pPr>
              <a:defRPr sz="1575" b="1">
                <a:solidFill>
                  <a:srgbClr val="2B6CB0"/>
                </a:solidFill>
                <a:latin typeface="Malgun Gothic"/>
                <a:ea typeface="Malgun Gothic"/>
                <a:cs typeface="Malgun Gothic"/>
              </a:defRPr>
            </a:lvl5pPr>
            <a:lvl6pPr>
              <a:defRPr sz="1575" b="1">
                <a:solidFill>
                  <a:srgbClr val="2B6CB0"/>
                </a:solidFill>
                <a:latin typeface="Malgun Gothic"/>
                <a:ea typeface="Malgun Gothic"/>
                <a:cs typeface="Malgun Gothic"/>
              </a:defRPr>
            </a:lvl6pPr>
            <a:lvl7pPr>
              <a:defRPr sz="1575" b="1">
                <a:solidFill>
                  <a:srgbClr val="2B6CB0"/>
                </a:solidFill>
                <a:latin typeface="Malgun Gothic"/>
                <a:ea typeface="Malgun Gothic"/>
                <a:cs typeface="Malgun Gothic"/>
              </a:defRPr>
            </a:lvl7pPr>
            <a:lvl8pPr>
              <a:defRPr sz="1575" b="1">
                <a:solidFill>
                  <a:srgbClr val="2B6CB0"/>
                </a:solidFill>
                <a:latin typeface="Malgun Gothic"/>
                <a:ea typeface="Malgun Gothic"/>
                <a:cs typeface="Malgun Gothic"/>
              </a:defRPr>
            </a:lvl8pPr>
            <a:lvl9pPr>
              <a:defRPr sz="1575" b="1">
                <a:solidFill>
                  <a:srgbClr val="2B6CB0"/>
                </a:solidFill>
                <a:latin typeface="Malgun Gothic"/>
                <a:ea typeface="Malgun Gothic"/>
                <a:cs typeface="Malgun Gothic"/>
              </a:defRPr>
            </a:lvl9pPr>
          </a:lstStyle>
          <a:p xmlns:a="http://schemas.openxmlformats.org/drawingml/2006/main">
            <a:pPr>
              <a:defRPr sz="1575" b="1">
                <a:solidFill>
                  <a:srgbClr val="2B6CB0"/>
                </a:solidFill>
                <a:latin typeface="Malgun Gothic"/>
                <a:ea typeface="Malgun Gothic"/>
                <a:cs typeface="Malgun Gothic"/>
              </a:defRPr>
            </a:pPr>
            <a:r>
              <a:rPr sz="1575" b="1" u="sng">
                <a:solidFill>
                  <a:srgbClr val="2B6CB0"/>
                </a:solidFill>
                <a:latin typeface="Malgun Gothic"/>
                <a:ea typeface="Malgun Gothic"/>
                <a:cs typeface="Malgun Gothic"/>
              </a:rPr>
              <a:t>프로젝트 개요 →</a:t>
            </a:r>
          </a:p>
        </p:txBody>
      </p:sp>
      <p:sp>
        <p:nvSpPr>
          <p:cNvPr id="11" name="text-13">
            <a:extLst xmlns:a="http://schemas.openxmlformats.org/drawingml/2006/main">
              <a:ext uri="{FF2B5EF4-FFF2-40B4-BE49-F238E27FC236}">
                <a16:creationId xmlns:a16="http://schemas.microsoft.com/office/drawing/2014/main" id="{EB2A1894-B628-4550-AF54-0451CC0CCC86}"/>
              </a:ext>
            </a:extLst>
          </p:cNvPr>
          <p:cNvSpPr>
            <a:spLocks xmlns:a="http://schemas.openxmlformats.org/drawingml/2006/main" noGrp="1"/>
          </p:cNvSpPr>
          <p:nvPr/>
        </p:nvSpPr>
        <p:spPr>
          <a:xfrm xmlns:a="http://schemas.openxmlformats.org/drawingml/2006/main">
            <a:off x="3352800" y="28479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2B6CB0"/>
                </a:solidFill>
                <a:latin typeface="Malgun Gothic"/>
                <a:ea typeface="Malgun Gothic"/>
                <a:cs typeface="Malgun Gothic"/>
              </a:defRPr>
            </a:defPPr>
            <a:lvl1pPr algn="r">
              <a:defRPr sz="1050" b="1">
                <a:solidFill>
                  <a:srgbClr val="2B6CB0"/>
                </a:solidFill>
                <a:latin typeface="Malgun Gothic"/>
                <a:ea typeface="Malgun Gothic"/>
                <a:cs typeface="Malgun Gothic"/>
              </a:defRPr>
            </a:lvl1pPr>
            <a:lvl2pPr algn="r">
              <a:defRPr sz="1050" b="1">
                <a:solidFill>
                  <a:srgbClr val="2B6CB0"/>
                </a:solidFill>
                <a:latin typeface="Malgun Gothic"/>
                <a:ea typeface="Malgun Gothic"/>
                <a:cs typeface="Malgun Gothic"/>
              </a:defRPr>
            </a:lvl2pPr>
            <a:lvl3pPr algn="r">
              <a:defRPr sz="1050" b="1">
                <a:solidFill>
                  <a:srgbClr val="2B6CB0"/>
                </a:solidFill>
                <a:latin typeface="Malgun Gothic"/>
                <a:ea typeface="Malgun Gothic"/>
                <a:cs typeface="Malgun Gothic"/>
              </a:defRPr>
            </a:lvl3pPr>
            <a:lvl4pPr algn="r">
              <a:defRPr sz="1050" b="1">
                <a:solidFill>
                  <a:srgbClr val="2B6CB0"/>
                </a:solidFill>
                <a:latin typeface="Malgun Gothic"/>
                <a:ea typeface="Malgun Gothic"/>
                <a:cs typeface="Malgun Gothic"/>
              </a:defRPr>
            </a:lvl4pPr>
            <a:lvl5pPr algn="r">
              <a:defRPr sz="1050" b="1">
                <a:solidFill>
                  <a:srgbClr val="2B6CB0"/>
                </a:solidFill>
                <a:latin typeface="Malgun Gothic"/>
                <a:ea typeface="Malgun Gothic"/>
                <a:cs typeface="Malgun Gothic"/>
              </a:defRPr>
            </a:lvl5pPr>
            <a:lvl6pPr algn="r">
              <a:defRPr sz="1050" b="1">
                <a:solidFill>
                  <a:srgbClr val="2B6CB0"/>
                </a:solidFill>
                <a:latin typeface="Malgun Gothic"/>
                <a:ea typeface="Malgun Gothic"/>
                <a:cs typeface="Malgun Gothic"/>
              </a:defRPr>
            </a:lvl6pPr>
            <a:lvl7pPr algn="r">
              <a:defRPr sz="1050" b="1">
                <a:solidFill>
                  <a:srgbClr val="2B6CB0"/>
                </a:solidFill>
                <a:latin typeface="Malgun Gothic"/>
                <a:ea typeface="Malgun Gothic"/>
                <a:cs typeface="Malgun Gothic"/>
              </a:defRPr>
            </a:lvl7pPr>
            <a:lvl8pPr algn="r">
              <a:defRPr sz="1050" b="1">
                <a:solidFill>
                  <a:srgbClr val="2B6CB0"/>
                </a:solidFill>
                <a:latin typeface="Malgun Gothic"/>
                <a:ea typeface="Malgun Gothic"/>
                <a:cs typeface="Malgun Gothic"/>
              </a:defRPr>
            </a:lvl8pPr>
            <a:lvl9pPr algn="r">
              <a:defRPr sz="1050" b="1">
                <a:solidFill>
                  <a:srgbClr val="2B6CB0"/>
                </a:solidFill>
                <a:latin typeface="Malgun Gothic"/>
                <a:ea typeface="Malgun Gothic"/>
                <a:cs typeface="Malgun Gothic"/>
              </a:defRPr>
            </a:lvl9pPr>
          </a:lstStyle>
          <a:p xmlns:a="http://schemas.openxmlformats.org/drawingml/2006/main">
            <a:pPr algn="r">
              <a:defRPr sz="1050" b="1">
                <a:solidFill>
                  <a:srgbClr val="2B6CB0"/>
                </a:solidFill>
                <a:latin typeface="Malgun Gothic"/>
                <a:ea typeface="Malgun Gothic"/>
                <a:cs typeface="Malgun Gothic"/>
              </a:defRPr>
            </a:pPr>
            <a:r>
              <a:rPr sz="1050" b="1">
                <a:solidFill>
                  <a:srgbClr val="2B6CB0"/>
                </a:solidFill>
                <a:latin typeface="Malgun Gothic"/>
                <a:ea typeface="Malgun Gothic"/>
                <a:cs typeface="Malgun Gothic"/>
              </a:rPr>
              <a:t>03</a:t>
            </a:r>
          </a:p>
        </p:txBody>
      </p:sp>
      <p:sp>
        <p:nvSpPr>
          <p:cNvPr id="12" name="text-14">
            <a:extLst xmlns:a="http://schemas.openxmlformats.org/drawingml/2006/main">
              <a:ext uri="{FF2B5EF4-FFF2-40B4-BE49-F238E27FC236}">
                <a16:creationId xmlns:a16="http://schemas.microsoft.com/office/drawing/2014/main" id="{A56FC286-8E19-44CA-973F-1410F6D2DD7E}"/>
              </a:ext>
            </a:extLst>
          </p:cNvPr>
          <p:cNvSpPr>
            <a:spLocks xmlns:a="http://schemas.openxmlformats.org/drawingml/2006/main" noGrp="1"/>
          </p:cNvSpPr>
          <p:nvPr/>
        </p:nvSpPr>
        <p:spPr>
          <a:xfrm xmlns:a="http://schemas.openxmlformats.org/drawingml/2006/main">
            <a:off x="457200" y="31242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개발 목적과 환경, 작업 범위를 소개합니다.</a:t>
            </a:r>
          </a:p>
        </p:txBody>
      </p:sp>
      <p:sp>
        <p:nvSpPr>
          <p:cNvPr id="13" name="rect-15">
            <a:extLst xmlns:a="http://schemas.openxmlformats.org/drawingml/2006/main">
              <a:ext uri="{FF2B5EF4-FFF2-40B4-BE49-F238E27FC236}">
                <a16:creationId xmlns:a16="http://schemas.microsoft.com/office/drawing/2014/main" id="{6907778F-5C76-4AC5-B76D-DABB712DD41A}"/>
              </a:ext>
            </a:extLst>
          </p:cNvPr>
          <p:cNvSpPr>
            <a:spLocks xmlns:a="http://schemas.openxmlformats.org/drawingml/2006/main" noGrp="1"/>
          </p:cNvSpPr>
          <p:nvPr/>
        </p:nvSpPr>
        <p:spPr>
          <a:xfrm xmlns:a="http://schemas.openxmlformats.org/drawingml/2006/main">
            <a:off x="457200" y="342900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4" name="link-16">
            <ns0:hlinkClick xmlns:ns0="http://schemas.openxmlformats.org/drawingml/2006/main" xmlns:ns1="http://schemas.openxmlformats.org/officeDocument/2006/relationships" ns1:id="rIdLink4" action="ppaction://hlinksldjump"/>
            <a:extLst xmlns:a="http://schemas.openxmlformats.org/drawingml/2006/main">
              <a:ext uri="{FF2B5EF4-FFF2-40B4-BE49-F238E27FC236}">
                <a16:creationId xmlns:a16="http://schemas.microsoft.com/office/drawing/2014/main" id="{1903EE46-BFC3-48BF-845D-10DAD2918CF1}"/>
              </a:ext>
            </a:extLst>
          </p:cNvPr>
          <p:cNvSpPr>
            <a:spLocks xmlns:a="http://schemas.openxmlformats.org/drawingml/2006/main" noGrp="1"/>
          </p:cNvSpPr>
          <p:nvPr/>
        </p:nvSpPr>
        <p:spPr>
          <a:xfrm xmlns:a="http://schemas.openxmlformats.org/drawingml/2006/main">
            <a:off x="457200" y="34956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2B6CB0"/>
                </a:solidFill>
                <a:latin typeface="Malgun Gothic"/>
                <a:ea typeface="Malgun Gothic"/>
                <a:cs typeface="Malgun Gothic"/>
              </a:defRPr>
            </a:defPPr>
            <a:lvl1pPr>
              <a:defRPr sz="1575" b="1">
                <a:solidFill>
                  <a:srgbClr val="2B6CB0"/>
                </a:solidFill>
                <a:latin typeface="Malgun Gothic"/>
                <a:ea typeface="Malgun Gothic"/>
                <a:cs typeface="Malgun Gothic"/>
              </a:defRPr>
            </a:lvl1pPr>
            <a:lvl2pPr>
              <a:defRPr sz="1575" b="1">
                <a:solidFill>
                  <a:srgbClr val="2B6CB0"/>
                </a:solidFill>
                <a:latin typeface="Malgun Gothic"/>
                <a:ea typeface="Malgun Gothic"/>
                <a:cs typeface="Malgun Gothic"/>
              </a:defRPr>
            </a:lvl2pPr>
            <a:lvl3pPr>
              <a:defRPr sz="1575" b="1">
                <a:solidFill>
                  <a:srgbClr val="2B6CB0"/>
                </a:solidFill>
                <a:latin typeface="Malgun Gothic"/>
                <a:ea typeface="Malgun Gothic"/>
                <a:cs typeface="Malgun Gothic"/>
              </a:defRPr>
            </a:lvl3pPr>
            <a:lvl4pPr>
              <a:defRPr sz="1575" b="1">
                <a:solidFill>
                  <a:srgbClr val="2B6CB0"/>
                </a:solidFill>
                <a:latin typeface="Malgun Gothic"/>
                <a:ea typeface="Malgun Gothic"/>
                <a:cs typeface="Malgun Gothic"/>
              </a:defRPr>
            </a:lvl4pPr>
            <a:lvl5pPr>
              <a:defRPr sz="1575" b="1">
                <a:solidFill>
                  <a:srgbClr val="2B6CB0"/>
                </a:solidFill>
                <a:latin typeface="Malgun Gothic"/>
                <a:ea typeface="Malgun Gothic"/>
                <a:cs typeface="Malgun Gothic"/>
              </a:defRPr>
            </a:lvl5pPr>
            <a:lvl6pPr>
              <a:defRPr sz="1575" b="1">
                <a:solidFill>
                  <a:srgbClr val="2B6CB0"/>
                </a:solidFill>
                <a:latin typeface="Malgun Gothic"/>
                <a:ea typeface="Malgun Gothic"/>
                <a:cs typeface="Malgun Gothic"/>
              </a:defRPr>
            </a:lvl6pPr>
            <a:lvl7pPr>
              <a:defRPr sz="1575" b="1">
                <a:solidFill>
                  <a:srgbClr val="2B6CB0"/>
                </a:solidFill>
                <a:latin typeface="Malgun Gothic"/>
                <a:ea typeface="Malgun Gothic"/>
                <a:cs typeface="Malgun Gothic"/>
              </a:defRPr>
            </a:lvl7pPr>
            <a:lvl8pPr>
              <a:defRPr sz="1575" b="1">
                <a:solidFill>
                  <a:srgbClr val="2B6CB0"/>
                </a:solidFill>
                <a:latin typeface="Malgun Gothic"/>
                <a:ea typeface="Malgun Gothic"/>
                <a:cs typeface="Malgun Gothic"/>
              </a:defRPr>
            </a:lvl8pPr>
            <a:lvl9pPr>
              <a:defRPr sz="1575" b="1">
                <a:solidFill>
                  <a:srgbClr val="2B6CB0"/>
                </a:solidFill>
                <a:latin typeface="Malgun Gothic"/>
                <a:ea typeface="Malgun Gothic"/>
                <a:cs typeface="Malgun Gothic"/>
              </a:defRPr>
            </a:lvl9pPr>
          </a:lstStyle>
          <a:p xmlns:a="http://schemas.openxmlformats.org/drawingml/2006/main">
            <a:pPr>
              <a:defRPr sz="1575" b="1">
                <a:solidFill>
                  <a:srgbClr val="2B6CB0"/>
                </a:solidFill>
                <a:latin typeface="Malgun Gothic"/>
                <a:ea typeface="Malgun Gothic"/>
                <a:cs typeface="Malgun Gothic"/>
              </a:defRPr>
            </a:pPr>
            <a:r>
              <a:rPr sz="1575" b="1" u="sng">
                <a:solidFill>
                  <a:srgbClr val="2B6CB0"/>
                </a:solidFill>
                <a:latin typeface="Malgun Gothic"/>
                <a:ea typeface="Malgun Gothic"/>
                <a:cs typeface="Malgun Gothic"/>
              </a:rPr>
              <a:t>실제 사용 흐름 →</a:t>
            </a:r>
          </a:p>
        </p:txBody>
      </p:sp>
      <p:sp>
        <p:nvSpPr>
          <p:cNvPr id="15" name="text-17">
            <a:extLst xmlns:a="http://schemas.openxmlformats.org/drawingml/2006/main">
              <a:ext uri="{FF2B5EF4-FFF2-40B4-BE49-F238E27FC236}">
                <a16:creationId xmlns:a16="http://schemas.microsoft.com/office/drawing/2014/main" id="{3C1DDE59-1F64-4656-A8AD-C76F2E4682A4}"/>
              </a:ext>
            </a:extLst>
          </p:cNvPr>
          <p:cNvSpPr>
            <a:spLocks xmlns:a="http://schemas.openxmlformats.org/drawingml/2006/main" noGrp="1"/>
          </p:cNvSpPr>
          <p:nvPr/>
        </p:nvSpPr>
        <p:spPr>
          <a:xfrm xmlns:a="http://schemas.openxmlformats.org/drawingml/2006/main">
            <a:off x="3352800" y="35623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2B6CB0"/>
                </a:solidFill>
                <a:latin typeface="Malgun Gothic"/>
                <a:ea typeface="Malgun Gothic"/>
                <a:cs typeface="Malgun Gothic"/>
              </a:defRPr>
            </a:defPPr>
            <a:lvl1pPr algn="r">
              <a:defRPr sz="1050" b="1">
                <a:solidFill>
                  <a:srgbClr val="2B6CB0"/>
                </a:solidFill>
                <a:latin typeface="Malgun Gothic"/>
                <a:ea typeface="Malgun Gothic"/>
                <a:cs typeface="Malgun Gothic"/>
              </a:defRPr>
            </a:lvl1pPr>
            <a:lvl2pPr algn="r">
              <a:defRPr sz="1050" b="1">
                <a:solidFill>
                  <a:srgbClr val="2B6CB0"/>
                </a:solidFill>
                <a:latin typeface="Malgun Gothic"/>
                <a:ea typeface="Malgun Gothic"/>
                <a:cs typeface="Malgun Gothic"/>
              </a:defRPr>
            </a:lvl2pPr>
            <a:lvl3pPr algn="r">
              <a:defRPr sz="1050" b="1">
                <a:solidFill>
                  <a:srgbClr val="2B6CB0"/>
                </a:solidFill>
                <a:latin typeface="Malgun Gothic"/>
                <a:ea typeface="Malgun Gothic"/>
                <a:cs typeface="Malgun Gothic"/>
              </a:defRPr>
            </a:lvl3pPr>
            <a:lvl4pPr algn="r">
              <a:defRPr sz="1050" b="1">
                <a:solidFill>
                  <a:srgbClr val="2B6CB0"/>
                </a:solidFill>
                <a:latin typeface="Malgun Gothic"/>
                <a:ea typeface="Malgun Gothic"/>
                <a:cs typeface="Malgun Gothic"/>
              </a:defRPr>
            </a:lvl4pPr>
            <a:lvl5pPr algn="r">
              <a:defRPr sz="1050" b="1">
                <a:solidFill>
                  <a:srgbClr val="2B6CB0"/>
                </a:solidFill>
                <a:latin typeface="Malgun Gothic"/>
                <a:ea typeface="Malgun Gothic"/>
                <a:cs typeface="Malgun Gothic"/>
              </a:defRPr>
            </a:lvl5pPr>
            <a:lvl6pPr algn="r">
              <a:defRPr sz="1050" b="1">
                <a:solidFill>
                  <a:srgbClr val="2B6CB0"/>
                </a:solidFill>
                <a:latin typeface="Malgun Gothic"/>
                <a:ea typeface="Malgun Gothic"/>
                <a:cs typeface="Malgun Gothic"/>
              </a:defRPr>
            </a:lvl6pPr>
            <a:lvl7pPr algn="r">
              <a:defRPr sz="1050" b="1">
                <a:solidFill>
                  <a:srgbClr val="2B6CB0"/>
                </a:solidFill>
                <a:latin typeface="Malgun Gothic"/>
                <a:ea typeface="Malgun Gothic"/>
                <a:cs typeface="Malgun Gothic"/>
              </a:defRPr>
            </a:lvl7pPr>
            <a:lvl8pPr algn="r">
              <a:defRPr sz="1050" b="1">
                <a:solidFill>
                  <a:srgbClr val="2B6CB0"/>
                </a:solidFill>
                <a:latin typeface="Malgun Gothic"/>
                <a:ea typeface="Malgun Gothic"/>
                <a:cs typeface="Malgun Gothic"/>
              </a:defRPr>
            </a:lvl8pPr>
            <a:lvl9pPr algn="r">
              <a:defRPr sz="1050" b="1">
                <a:solidFill>
                  <a:srgbClr val="2B6CB0"/>
                </a:solidFill>
                <a:latin typeface="Malgun Gothic"/>
                <a:ea typeface="Malgun Gothic"/>
                <a:cs typeface="Malgun Gothic"/>
              </a:defRPr>
            </a:lvl9pPr>
          </a:lstStyle>
          <a:p xmlns:a="http://schemas.openxmlformats.org/drawingml/2006/main">
            <a:pPr algn="r">
              <a:defRPr sz="1050" b="1">
                <a:solidFill>
                  <a:srgbClr val="2B6CB0"/>
                </a:solidFill>
                <a:latin typeface="Malgun Gothic"/>
                <a:ea typeface="Malgun Gothic"/>
                <a:cs typeface="Malgun Gothic"/>
              </a:defRPr>
            </a:pPr>
            <a:r>
              <a:rPr sz="1050" b="1">
                <a:solidFill>
                  <a:srgbClr val="2B6CB0"/>
                </a:solidFill>
                <a:latin typeface="Malgun Gothic"/>
                <a:ea typeface="Malgun Gothic"/>
                <a:cs typeface="Malgun Gothic"/>
              </a:rPr>
              <a:t>04</a:t>
            </a:r>
          </a:p>
        </p:txBody>
      </p:sp>
      <p:sp>
        <p:nvSpPr>
          <p:cNvPr id="16" name="text-18">
            <a:extLst xmlns:a="http://schemas.openxmlformats.org/drawingml/2006/main">
              <a:ext uri="{FF2B5EF4-FFF2-40B4-BE49-F238E27FC236}">
                <a16:creationId xmlns:a16="http://schemas.microsoft.com/office/drawing/2014/main" id="{2A110761-B55B-45CE-87F7-430A0BFF5554}"/>
              </a:ext>
            </a:extLst>
          </p:cNvPr>
          <p:cNvSpPr>
            <a:spLocks xmlns:a="http://schemas.openxmlformats.org/drawingml/2006/main" noGrp="1"/>
          </p:cNvSpPr>
          <p:nvPr/>
        </p:nvSpPr>
        <p:spPr>
          <a:xfrm xmlns:a="http://schemas.openxmlformats.org/drawingml/2006/main">
            <a:off x="457200" y="383857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에셋 선택부터 분석·저장까지 보여줍니다.</a:t>
            </a:r>
          </a:p>
        </p:txBody>
      </p:sp>
      <p:sp>
        <p:nvSpPr>
          <p:cNvPr id="17" name="rect-19">
            <a:extLst xmlns:a="http://schemas.openxmlformats.org/drawingml/2006/main">
              <a:ext uri="{FF2B5EF4-FFF2-40B4-BE49-F238E27FC236}">
                <a16:creationId xmlns:a16="http://schemas.microsoft.com/office/drawing/2014/main" id="{622FA036-1381-4099-9E24-E8E444E60371}"/>
              </a:ext>
            </a:extLst>
          </p:cNvPr>
          <p:cNvSpPr>
            <a:spLocks xmlns:a="http://schemas.openxmlformats.org/drawingml/2006/main" noGrp="1"/>
          </p:cNvSpPr>
          <p:nvPr/>
        </p:nvSpPr>
        <p:spPr>
          <a:xfrm xmlns:a="http://schemas.openxmlformats.org/drawingml/2006/main">
            <a:off x="4343400" y="2057400"/>
            <a:ext cx="400050" cy="38100"/>
          </a:xfrm>
          <a:prstGeom xmlns:a="http://schemas.openxmlformats.org/drawingml/2006/main" prst="rect">
            <a:avLst/>
          </a:prstGeom>
          <a:solidFill xmlns:a="http://schemas.openxmlformats.org/drawingml/2006/main">
            <a:srgbClr val="B45F20"/>
          </a:solidFill>
          <a:ln xmlns:a="http://schemas.openxmlformats.org/drawingml/2006/main" w="0">
            <a:noFill/>
          </a:ln>
        </p:spPr>
      </p:sp>
      <p:sp>
        <p:nvSpPr>
          <p:cNvPr id="18" name="text-20">
            <a:extLst xmlns:a="http://schemas.openxmlformats.org/drawingml/2006/main">
              <a:ext uri="{FF2B5EF4-FFF2-40B4-BE49-F238E27FC236}">
                <a16:creationId xmlns:a16="http://schemas.microsoft.com/office/drawing/2014/main" id="{30191441-3190-467F-AB22-17A953733159}"/>
              </a:ext>
            </a:extLst>
          </p:cNvPr>
          <p:cNvSpPr>
            <a:spLocks xmlns:a="http://schemas.openxmlformats.org/drawingml/2006/main" noGrp="1"/>
          </p:cNvSpPr>
          <p:nvPr/>
        </p:nvSpPr>
        <p:spPr>
          <a:xfrm xmlns:a="http://schemas.openxmlformats.org/drawingml/2006/main">
            <a:off x="4343400" y="2228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B45F20"/>
                </a:solidFill>
                <a:latin typeface="Malgun Gothic"/>
                <a:ea typeface="Malgun Gothic"/>
                <a:cs typeface="Malgun Gothic"/>
              </a:defRPr>
            </a:defPPr>
            <a:lvl1pPr>
              <a:defRPr sz="1950" b="1">
                <a:solidFill>
                  <a:srgbClr val="B45F20"/>
                </a:solidFill>
                <a:latin typeface="Malgun Gothic"/>
                <a:ea typeface="Malgun Gothic"/>
                <a:cs typeface="Malgun Gothic"/>
              </a:defRPr>
            </a:lvl1pPr>
            <a:lvl2pPr>
              <a:defRPr sz="1950" b="1">
                <a:solidFill>
                  <a:srgbClr val="B45F20"/>
                </a:solidFill>
                <a:latin typeface="Malgun Gothic"/>
                <a:ea typeface="Malgun Gothic"/>
                <a:cs typeface="Malgun Gothic"/>
              </a:defRPr>
            </a:lvl2pPr>
            <a:lvl3pPr>
              <a:defRPr sz="1950" b="1">
                <a:solidFill>
                  <a:srgbClr val="B45F20"/>
                </a:solidFill>
                <a:latin typeface="Malgun Gothic"/>
                <a:ea typeface="Malgun Gothic"/>
                <a:cs typeface="Malgun Gothic"/>
              </a:defRPr>
            </a:lvl3pPr>
            <a:lvl4pPr>
              <a:defRPr sz="1950" b="1">
                <a:solidFill>
                  <a:srgbClr val="B45F20"/>
                </a:solidFill>
                <a:latin typeface="Malgun Gothic"/>
                <a:ea typeface="Malgun Gothic"/>
                <a:cs typeface="Malgun Gothic"/>
              </a:defRPr>
            </a:lvl4pPr>
            <a:lvl5pPr>
              <a:defRPr sz="1950" b="1">
                <a:solidFill>
                  <a:srgbClr val="B45F20"/>
                </a:solidFill>
                <a:latin typeface="Malgun Gothic"/>
                <a:ea typeface="Malgun Gothic"/>
                <a:cs typeface="Malgun Gothic"/>
              </a:defRPr>
            </a:lvl5pPr>
            <a:lvl6pPr>
              <a:defRPr sz="1950" b="1">
                <a:solidFill>
                  <a:srgbClr val="B45F20"/>
                </a:solidFill>
                <a:latin typeface="Malgun Gothic"/>
                <a:ea typeface="Malgun Gothic"/>
                <a:cs typeface="Malgun Gothic"/>
              </a:defRPr>
            </a:lvl6pPr>
            <a:lvl7pPr>
              <a:defRPr sz="1950" b="1">
                <a:solidFill>
                  <a:srgbClr val="B45F20"/>
                </a:solidFill>
                <a:latin typeface="Malgun Gothic"/>
                <a:ea typeface="Malgun Gothic"/>
                <a:cs typeface="Malgun Gothic"/>
              </a:defRPr>
            </a:lvl7pPr>
            <a:lvl8pPr>
              <a:defRPr sz="1950" b="1">
                <a:solidFill>
                  <a:srgbClr val="B45F20"/>
                </a:solidFill>
                <a:latin typeface="Malgun Gothic"/>
                <a:ea typeface="Malgun Gothic"/>
                <a:cs typeface="Malgun Gothic"/>
              </a:defRPr>
            </a:lvl8pPr>
            <a:lvl9pPr>
              <a:defRPr sz="1950" b="1">
                <a:solidFill>
                  <a:srgbClr val="B45F20"/>
                </a:solidFill>
                <a:latin typeface="Malgun Gothic"/>
                <a:ea typeface="Malgun Gothic"/>
                <a:cs typeface="Malgun Gothic"/>
              </a:defRPr>
            </a:lvl9pPr>
          </a:lstStyle>
          <a:p xmlns:a="http://schemas.openxmlformats.org/drawingml/2006/main">
            <a:pPr>
              <a:defRPr sz="1950" b="1">
                <a:solidFill>
                  <a:srgbClr val="B45F20"/>
                </a:solidFill>
                <a:latin typeface="Malgun Gothic"/>
                <a:ea typeface="Malgun Gothic"/>
                <a:cs typeface="Malgun Gothic"/>
              </a:defRPr>
            </a:pPr>
            <a:r>
              <a:rPr sz="1950" b="1">
                <a:solidFill>
                  <a:srgbClr val="B45F20"/>
                </a:solidFill>
                <a:latin typeface="Malgun Gothic"/>
                <a:ea typeface="Malgun Gothic"/>
                <a:cs typeface="Malgun Gothic"/>
              </a:rPr>
              <a:t>문제 해결·검증</a:t>
            </a:r>
          </a:p>
        </p:txBody>
      </p:sp>
      <p:sp>
        <p:nvSpPr>
          <p:cNvPr id="19" name="text-21">
            <a:extLst xmlns:a="http://schemas.openxmlformats.org/drawingml/2006/main">
              <a:ext uri="{FF2B5EF4-FFF2-40B4-BE49-F238E27FC236}">
                <a16:creationId xmlns:a16="http://schemas.microsoft.com/office/drawing/2014/main" id="{C330202C-B7D3-4A00-BE52-D2599C03CE20}"/>
              </a:ext>
            </a:extLst>
          </p:cNvPr>
          <p:cNvSpPr>
            <a:spLocks xmlns:a="http://schemas.openxmlformats.org/drawingml/2006/main" noGrp="1"/>
          </p:cNvSpPr>
          <p:nvPr/>
        </p:nvSpPr>
        <p:spPr>
          <a:xfrm xmlns:a="http://schemas.openxmlformats.org/drawingml/2006/main">
            <a:off x="7010400" y="22955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lgn="r" marL="0" indent="0">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05–10</a:t>
            </a:r>
          </a:p>
        </p:txBody>
      </p:sp>
      <p:sp>
        <p:nvSpPr>
          <p:cNvPr id="20" name="link-22">
            <ns0:hlinkClick xmlns:ns0="http://schemas.openxmlformats.org/drawingml/2006/main" xmlns:ns1="http://schemas.openxmlformats.org/officeDocument/2006/relationships" ns1:id="rIdLink5" action="ppaction://hlinksldjump"/>
            <a:extLst xmlns:a="http://schemas.openxmlformats.org/drawingml/2006/main">
              <a:ext uri="{FF2B5EF4-FFF2-40B4-BE49-F238E27FC236}">
                <a16:creationId xmlns:a16="http://schemas.microsoft.com/office/drawing/2014/main" id="{C5380A7A-1E68-46F9-A4FD-EFC2706308D1}"/>
              </a:ext>
            </a:extLst>
          </p:cNvPr>
          <p:cNvSpPr>
            <a:spLocks xmlns:a="http://schemas.openxmlformats.org/drawingml/2006/main" noGrp="1"/>
          </p:cNvSpPr>
          <p:nvPr/>
        </p:nvSpPr>
        <p:spPr>
          <a:xfrm xmlns:a="http://schemas.openxmlformats.org/drawingml/2006/main">
            <a:off x="4343400" y="2781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u="sng">
                <a:solidFill>
                  <a:srgbClr val="B45F20"/>
                </a:solidFill>
                <a:latin typeface="Malgun Gothic"/>
                <a:ea typeface="Malgun Gothic"/>
                <a:cs typeface="Malgun Gothic"/>
              </a:rPr>
              <a:t>필터 입력 오류 →</a:t>
            </a:r>
          </a:p>
        </p:txBody>
      </p:sp>
      <p:sp>
        <p:nvSpPr>
          <p:cNvPr id="21" name="text-23">
            <a:extLst xmlns:a="http://schemas.openxmlformats.org/drawingml/2006/main">
              <a:ext uri="{FF2B5EF4-FFF2-40B4-BE49-F238E27FC236}">
                <a16:creationId xmlns:a16="http://schemas.microsoft.com/office/drawing/2014/main" id="{00F1E034-5C40-42F6-87A3-2F5F517EDC95}"/>
              </a:ext>
            </a:extLst>
          </p:cNvPr>
          <p:cNvSpPr>
            <a:spLocks xmlns:a="http://schemas.openxmlformats.org/drawingml/2006/main" noGrp="1"/>
          </p:cNvSpPr>
          <p:nvPr/>
        </p:nvSpPr>
        <p:spPr>
          <a:xfrm xmlns:a="http://schemas.openxmlformats.org/drawingml/2006/main">
            <a:off x="7239000" y="28479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B45F20"/>
                </a:solidFill>
                <a:latin typeface="Malgun Gothic"/>
                <a:ea typeface="Malgun Gothic"/>
                <a:cs typeface="Malgun Gothic"/>
              </a:defRPr>
            </a:defPPr>
            <a:lvl1pPr algn="r">
              <a:defRPr sz="1050" b="1">
                <a:solidFill>
                  <a:srgbClr val="B45F20"/>
                </a:solidFill>
                <a:latin typeface="Malgun Gothic"/>
                <a:ea typeface="Malgun Gothic"/>
                <a:cs typeface="Malgun Gothic"/>
              </a:defRPr>
            </a:lvl1pPr>
            <a:lvl2pPr algn="r">
              <a:defRPr sz="1050" b="1">
                <a:solidFill>
                  <a:srgbClr val="B45F20"/>
                </a:solidFill>
                <a:latin typeface="Malgun Gothic"/>
                <a:ea typeface="Malgun Gothic"/>
                <a:cs typeface="Malgun Gothic"/>
              </a:defRPr>
            </a:lvl2pPr>
            <a:lvl3pPr algn="r">
              <a:defRPr sz="1050" b="1">
                <a:solidFill>
                  <a:srgbClr val="B45F20"/>
                </a:solidFill>
                <a:latin typeface="Malgun Gothic"/>
                <a:ea typeface="Malgun Gothic"/>
                <a:cs typeface="Malgun Gothic"/>
              </a:defRPr>
            </a:lvl3pPr>
            <a:lvl4pPr algn="r">
              <a:defRPr sz="1050" b="1">
                <a:solidFill>
                  <a:srgbClr val="B45F20"/>
                </a:solidFill>
                <a:latin typeface="Malgun Gothic"/>
                <a:ea typeface="Malgun Gothic"/>
                <a:cs typeface="Malgun Gothic"/>
              </a:defRPr>
            </a:lvl4pPr>
            <a:lvl5pPr algn="r">
              <a:defRPr sz="1050" b="1">
                <a:solidFill>
                  <a:srgbClr val="B45F20"/>
                </a:solidFill>
                <a:latin typeface="Malgun Gothic"/>
                <a:ea typeface="Malgun Gothic"/>
                <a:cs typeface="Malgun Gothic"/>
              </a:defRPr>
            </a:lvl5pPr>
            <a:lvl6pPr algn="r">
              <a:defRPr sz="1050" b="1">
                <a:solidFill>
                  <a:srgbClr val="B45F20"/>
                </a:solidFill>
                <a:latin typeface="Malgun Gothic"/>
                <a:ea typeface="Malgun Gothic"/>
                <a:cs typeface="Malgun Gothic"/>
              </a:defRPr>
            </a:lvl6pPr>
            <a:lvl7pPr algn="r">
              <a:defRPr sz="1050" b="1">
                <a:solidFill>
                  <a:srgbClr val="B45F20"/>
                </a:solidFill>
                <a:latin typeface="Malgun Gothic"/>
                <a:ea typeface="Malgun Gothic"/>
                <a:cs typeface="Malgun Gothic"/>
              </a:defRPr>
            </a:lvl7pPr>
            <a:lvl8pPr algn="r">
              <a:defRPr sz="1050" b="1">
                <a:solidFill>
                  <a:srgbClr val="B45F20"/>
                </a:solidFill>
                <a:latin typeface="Malgun Gothic"/>
                <a:ea typeface="Malgun Gothic"/>
                <a:cs typeface="Malgun Gothic"/>
              </a:defRPr>
            </a:lvl8pPr>
            <a:lvl9pPr algn="r">
              <a:defRPr sz="1050" b="1">
                <a:solidFill>
                  <a:srgbClr val="B45F20"/>
                </a:solidFill>
                <a:latin typeface="Malgun Gothic"/>
                <a:ea typeface="Malgun Gothic"/>
                <a:cs typeface="Malgun Gothic"/>
              </a:defRPr>
            </a:lvl9pPr>
          </a:lstStyle>
          <a:p xmlns:a="http://schemas.openxmlformats.org/drawingml/2006/main">
            <a:pPr algn="r" marL="0" indent="0">
              <a:defRPr sz="1050" b="1">
                <a:solidFill>
                  <a:srgbClr val="B45F20"/>
                </a:solidFill>
                <a:latin typeface="Malgun Gothic"/>
                <a:ea typeface="Malgun Gothic"/>
                <a:cs typeface="Malgun Gothic"/>
              </a:defRPr>
            </a:pPr>
            <a:r>
              <a:rPr sz="1050" b="1">
                <a:solidFill>
                  <a:srgbClr val="B45F20"/>
                </a:solidFill>
                <a:latin typeface="Malgun Gothic"/>
                <a:ea typeface="Malgun Gothic"/>
                <a:cs typeface="Malgun Gothic"/>
              </a:rPr>
              <a:t>05–07</a:t>
            </a:r>
          </a:p>
        </p:txBody>
      </p:sp>
      <p:sp>
        <p:nvSpPr>
          <p:cNvPr id="22" name="text-24">
            <a:extLst xmlns:a="http://schemas.openxmlformats.org/drawingml/2006/main">
              <a:ext uri="{FF2B5EF4-FFF2-40B4-BE49-F238E27FC236}">
                <a16:creationId xmlns:a16="http://schemas.microsoft.com/office/drawing/2014/main" id="{C864CDBA-5BD4-493E-A2B0-B694A9657769}"/>
              </a:ext>
            </a:extLst>
          </p:cNvPr>
          <p:cNvSpPr>
            <a:spLocks xmlns:a="http://schemas.openxmlformats.org/drawingml/2006/main" noGrp="1"/>
          </p:cNvSpPr>
          <p:nvPr/>
        </p:nvSpPr>
        <p:spPr>
          <a:xfrm xmlns:a="http://schemas.openxmlformats.org/drawingml/2006/main">
            <a:off x="4343400" y="31242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Enter 뒤 사라지는 필터 값을 수정합니다.</a:t>
            </a:r>
          </a:p>
        </p:txBody>
      </p:sp>
      <p:sp>
        <p:nvSpPr>
          <p:cNvPr id="23" name="rect-25">
            <a:extLst xmlns:a="http://schemas.openxmlformats.org/drawingml/2006/main">
              <a:ext uri="{FF2B5EF4-FFF2-40B4-BE49-F238E27FC236}">
                <a16:creationId xmlns:a16="http://schemas.microsoft.com/office/drawing/2014/main" id="{35266674-C33A-44AD-AE35-1FDE828AB1D5}"/>
              </a:ext>
            </a:extLst>
          </p:cNvPr>
          <p:cNvSpPr>
            <a:spLocks xmlns:a="http://schemas.openxmlformats.org/drawingml/2006/main" noGrp="1"/>
          </p:cNvSpPr>
          <p:nvPr/>
        </p:nvSpPr>
        <p:spPr>
          <a:xfrm xmlns:a="http://schemas.openxmlformats.org/drawingml/2006/main">
            <a:off x="4343400" y="342900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24" name="link-26">
            <ns0:hlinkClick xmlns:ns0="http://schemas.openxmlformats.org/drawingml/2006/main" xmlns:ns1="http://schemas.openxmlformats.org/officeDocument/2006/relationships" ns1:id="rIdLink6" action="ppaction://hlinksldjump"/>
            <a:extLst xmlns:a="http://schemas.openxmlformats.org/drawingml/2006/main">
              <a:ext uri="{FF2B5EF4-FFF2-40B4-BE49-F238E27FC236}">
                <a16:creationId xmlns:a16="http://schemas.microsoft.com/office/drawing/2014/main" id="{36A378C7-8016-4603-8C4C-650FB1B9314F}"/>
              </a:ext>
            </a:extLst>
          </p:cNvPr>
          <p:cNvSpPr>
            <a:spLocks xmlns:a="http://schemas.openxmlformats.org/drawingml/2006/main" noGrp="1"/>
          </p:cNvSpPr>
          <p:nvPr/>
        </p:nvSpPr>
        <p:spPr>
          <a:xfrm xmlns:a="http://schemas.openxmlformats.org/drawingml/2006/main">
            <a:off x="4343400" y="34956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u="sng">
                <a:solidFill>
                  <a:srgbClr val="B45F20"/>
                </a:solidFill>
                <a:latin typeface="Malgun Gothic"/>
                <a:ea typeface="Malgun Gothic"/>
                <a:cs typeface="Malgun Gothic"/>
              </a:rPr>
              <a:t>미사용 후보 탐색 재설계 →</a:t>
            </a:r>
          </a:p>
        </p:txBody>
      </p:sp>
      <p:sp>
        <p:nvSpPr>
          <p:cNvPr id="25" name="text-27">
            <a:extLst xmlns:a="http://schemas.openxmlformats.org/drawingml/2006/main">
              <a:ext uri="{FF2B5EF4-FFF2-40B4-BE49-F238E27FC236}">
                <a16:creationId xmlns:a16="http://schemas.microsoft.com/office/drawing/2014/main" id="{F41E5EE3-A7CD-4BBC-AE6F-D2AECA274BE9}"/>
              </a:ext>
            </a:extLst>
          </p:cNvPr>
          <p:cNvSpPr>
            <a:spLocks xmlns:a="http://schemas.openxmlformats.org/drawingml/2006/main" noGrp="1"/>
          </p:cNvSpPr>
          <p:nvPr/>
        </p:nvSpPr>
        <p:spPr>
          <a:xfrm xmlns:a="http://schemas.openxmlformats.org/drawingml/2006/main">
            <a:off x="7239000" y="35623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B45F20"/>
                </a:solidFill>
                <a:latin typeface="Malgun Gothic"/>
                <a:ea typeface="Malgun Gothic"/>
                <a:cs typeface="Malgun Gothic"/>
              </a:defRPr>
            </a:defPPr>
            <a:lvl1pPr algn="r">
              <a:defRPr sz="1050" b="1">
                <a:solidFill>
                  <a:srgbClr val="B45F20"/>
                </a:solidFill>
                <a:latin typeface="Malgun Gothic"/>
                <a:ea typeface="Malgun Gothic"/>
                <a:cs typeface="Malgun Gothic"/>
              </a:defRPr>
            </a:lvl1pPr>
            <a:lvl2pPr algn="r">
              <a:defRPr sz="1050" b="1">
                <a:solidFill>
                  <a:srgbClr val="B45F20"/>
                </a:solidFill>
                <a:latin typeface="Malgun Gothic"/>
                <a:ea typeface="Malgun Gothic"/>
                <a:cs typeface="Malgun Gothic"/>
              </a:defRPr>
            </a:lvl2pPr>
            <a:lvl3pPr algn="r">
              <a:defRPr sz="1050" b="1">
                <a:solidFill>
                  <a:srgbClr val="B45F20"/>
                </a:solidFill>
                <a:latin typeface="Malgun Gothic"/>
                <a:ea typeface="Malgun Gothic"/>
                <a:cs typeface="Malgun Gothic"/>
              </a:defRPr>
            </a:lvl3pPr>
            <a:lvl4pPr algn="r">
              <a:defRPr sz="1050" b="1">
                <a:solidFill>
                  <a:srgbClr val="B45F20"/>
                </a:solidFill>
                <a:latin typeface="Malgun Gothic"/>
                <a:ea typeface="Malgun Gothic"/>
                <a:cs typeface="Malgun Gothic"/>
              </a:defRPr>
            </a:lvl4pPr>
            <a:lvl5pPr algn="r">
              <a:defRPr sz="1050" b="1">
                <a:solidFill>
                  <a:srgbClr val="B45F20"/>
                </a:solidFill>
                <a:latin typeface="Malgun Gothic"/>
                <a:ea typeface="Malgun Gothic"/>
                <a:cs typeface="Malgun Gothic"/>
              </a:defRPr>
            </a:lvl5pPr>
            <a:lvl6pPr algn="r">
              <a:defRPr sz="1050" b="1">
                <a:solidFill>
                  <a:srgbClr val="B45F20"/>
                </a:solidFill>
                <a:latin typeface="Malgun Gothic"/>
                <a:ea typeface="Malgun Gothic"/>
                <a:cs typeface="Malgun Gothic"/>
              </a:defRPr>
            </a:lvl6pPr>
            <a:lvl7pPr algn="r">
              <a:defRPr sz="1050" b="1">
                <a:solidFill>
                  <a:srgbClr val="B45F20"/>
                </a:solidFill>
                <a:latin typeface="Malgun Gothic"/>
                <a:ea typeface="Malgun Gothic"/>
                <a:cs typeface="Malgun Gothic"/>
              </a:defRPr>
            </a:lvl7pPr>
            <a:lvl8pPr algn="r">
              <a:defRPr sz="1050" b="1">
                <a:solidFill>
                  <a:srgbClr val="B45F20"/>
                </a:solidFill>
                <a:latin typeface="Malgun Gothic"/>
                <a:ea typeface="Malgun Gothic"/>
                <a:cs typeface="Malgun Gothic"/>
              </a:defRPr>
            </a:lvl8pPr>
            <a:lvl9pPr algn="r">
              <a:defRPr sz="1050" b="1">
                <a:solidFill>
                  <a:srgbClr val="B45F20"/>
                </a:solidFill>
                <a:latin typeface="Malgun Gothic"/>
                <a:ea typeface="Malgun Gothic"/>
                <a:cs typeface="Malgun Gothic"/>
              </a:defRPr>
            </a:lvl9pPr>
          </a:lstStyle>
          <a:p xmlns:a="http://schemas.openxmlformats.org/drawingml/2006/main">
            <a:pPr algn="r" marL="0" indent="0">
              <a:defRPr sz="1050" b="1">
                <a:solidFill>
                  <a:srgbClr val="B45F20"/>
                </a:solidFill>
                <a:latin typeface="Malgun Gothic"/>
                <a:ea typeface="Malgun Gothic"/>
                <a:cs typeface="Malgun Gothic"/>
              </a:defRPr>
            </a:pPr>
            <a:r>
              <a:rPr sz="1050" b="1">
                <a:solidFill>
                  <a:srgbClr val="B45F20"/>
                </a:solidFill>
                <a:latin typeface="Malgun Gothic"/>
                <a:ea typeface="Malgun Gothic"/>
                <a:cs typeface="Malgun Gothic"/>
              </a:rPr>
              <a:t>08–10</a:t>
            </a:r>
          </a:p>
        </p:txBody>
      </p:sp>
      <p:sp>
        <p:nvSpPr>
          <p:cNvPr id="26" name="text-28">
            <a:extLst xmlns:a="http://schemas.openxmlformats.org/drawingml/2006/main">
              <a:ext uri="{FF2B5EF4-FFF2-40B4-BE49-F238E27FC236}">
                <a16:creationId xmlns:a16="http://schemas.microsoft.com/office/drawing/2014/main" id="{C66FC1BA-2015-47F5-90FA-82CA54BD28A5}"/>
              </a:ext>
            </a:extLst>
          </p:cNvPr>
          <p:cNvSpPr>
            <a:spLocks xmlns:a="http://schemas.openxmlformats.org/drawingml/2006/main" noGrp="1"/>
          </p:cNvSpPr>
          <p:nvPr/>
        </p:nvSpPr>
        <p:spPr>
          <a:xfrm xmlns:a="http://schemas.openxmlformats.org/drawingml/2006/main">
            <a:off x="4343400" y="383857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선택 관계 밖의 후보도 찾도록 변경합니다.</a:t>
            </a:r>
          </a:p>
        </p:txBody>
      </p:sp>
      <p:sp>
        <p:nvSpPr>
          <p:cNvPr id="27" name="rect-29">
            <a:extLst xmlns:a="http://schemas.openxmlformats.org/drawingml/2006/main">
              <a:ext uri="{FF2B5EF4-FFF2-40B4-BE49-F238E27FC236}">
                <a16:creationId xmlns:a16="http://schemas.microsoft.com/office/drawing/2014/main" id="{D45A691B-6977-44EB-A642-391306765050}"/>
              </a:ext>
            </a:extLst>
          </p:cNvPr>
          <p:cNvSpPr>
            <a:spLocks xmlns:a="http://schemas.openxmlformats.org/drawingml/2006/main" noGrp="1"/>
          </p:cNvSpPr>
          <p:nvPr/>
        </p:nvSpPr>
        <p:spPr>
          <a:xfrm xmlns:a="http://schemas.openxmlformats.org/drawingml/2006/main">
            <a:off x="8229600" y="2057400"/>
            <a:ext cx="400050" cy="3810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8" name="text-30">
            <a:extLst xmlns:a="http://schemas.openxmlformats.org/drawingml/2006/main">
              <a:ext uri="{FF2B5EF4-FFF2-40B4-BE49-F238E27FC236}">
                <a16:creationId xmlns:a16="http://schemas.microsoft.com/office/drawing/2014/main" id="{6364E7A1-95EB-4B44-916C-2EB223590D9C}"/>
              </a:ext>
            </a:extLst>
          </p:cNvPr>
          <p:cNvSpPr>
            <a:spLocks xmlns:a="http://schemas.openxmlformats.org/drawingml/2006/main" noGrp="1"/>
          </p:cNvSpPr>
          <p:nvPr/>
        </p:nvSpPr>
        <p:spPr>
          <a:xfrm xmlns:a="http://schemas.openxmlformats.org/drawingml/2006/main">
            <a:off x="8229600" y="2228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1">
                <a:solidFill>
                  <a:srgbClr val="008D98"/>
                </a:solidFill>
                <a:latin typeface="Malgun Gothic"/>
                <a:ea typeface="Malgun Gothic"/>
                <a:cs typeface="Malgun Gothic"/>
              </a:defRPr>
            </a:defPPr>
            <a:lvl1pPr>
              <a:defRPr sz="1950" b="1">
                <a:solidFill>
                  <a:srgbClr val="008D98"/>
                </a:solidFill>
                <a:latin typeface="Malgun Gothic"/>
                <a:ea typeface="Malgun Gothic"/>
                <a:cs typeface="Malgun Gothic"/>
              </a:defRPr>
            </a:lvl1pPr>
            <a:lvl2pPr>
              <a:defRPr sz="1950" b="1">
                <a:solidFill>
                  <a:srgbClr val="008D98"/>
                </a:solidFill>
                <a:latin typeface="Malgun Gothic"/>
                <a:ea typeface="Malgun Gothic"/>
                <a:cs typeface="Malgun Gothic"/>
              </a:defRPr>
            </a:lvl2pPr>
            <a:lvl3pPr>
              <a:defRPr sz="1950" b="1">
                <a:solidFill>
                  <a:srgbClr val="008D98"/>
                </a:solidFill>
                <a:latin typeface="Malgun Gothic"/>
                <a:ea typeface="Malgun Gothic"/>
                <a:cs typeface="Malgun Gothic"/>
              </a:defRPr>
            </a:lvl3pPr>
            <a:lvl4pPr>
              <a:defRPr sz="1950" b="1">
                <a:solidFill>
                  <a:srgbClr val="008D98"/>
                </a:solidFill>
                <a:latin typeface="Malgun Gothic"/>
                <a:ea typeface="Malgun Gothic"/>
                <a:cs typeface="Malgun Gothic"/>
              </a:defRPr>
            </a:lvl4pPr>
            <a:lvl5pPr>
              <a:defRPr sz="1950" b="1">
                <a:solidFill>
                  <a:srgbClr val="008D98"/>
                </a:solidFill>
                <a:latin typeface="Malgun Gothic"/>
                <a:ea typeface="Malgun Gothic"/>
                <a:cs typeface="Malgun Gothic"/>
              </a:defRPr>
            </a:lvl5pPr>
            <a:lvl6pPr>
              <a:defRPr sz="1950" b="1">
                <a:solidFill>
                  <a:srgbClr val="008D98"/>
                </a:solidFill>
                <a:latin typeface="Malgun Gothic"/>
                <a:ea typeface="Malgun Gothic"/>
                <a:cs typeface="Malgun Gothic"/>
              </a:defRPr>
            </a:lvl6pPr>
            <a:lvl7pPr>
              <a:defRPr sz="1950" b="1">
                <a:solidFill>
                  <a:srgbClr val="008D98"/>
                </a:solidFill>
                <a:latin typeface="Malgun Gothic"/>
                <a:ea typeface="Malgun Gothic"/>
                <a:cs typeface="Malgun Gothic"/>
              </a:defRPr>
            </a:lvl7pPr>
            <a:lvl8pPr>
              <a:defRPr sz="1950" b="1">
                <a:solidFill>
                  <a:srgbClr val="008D98"/>
                </a:solidFill>
                <a:latin typeface="Malgun Gothic"/>
                <a:ea typeface="Malgun Gothic"/>
                <a:cs typeface="Malgun Gothic"/>
              </a:defRPr>
            </a:lvl8pPr>
            <a:lvl9pPr>
              <a:defRPr sz="1950" b="1">
                <a:solidFill>
                  <a:srgbClr val="008D98"/>
                </a:solidFill>
                <a:latin typeface="Malgun Gothic"/>
                <a:ea typeface="Malgun Gothic"/>
                <a:cs typeface="Malgun Gothic"/>
              </a:defRPr>
            </a:lvl9pPr>
          </a:lstStyle>
          <a:p xmlns:a="http://schemas.openxmlformats.org/drawingml/2006/main">
            <a:pPr>
              <a:defRPr sz="1950" b="1">
                <a:solidFill>
                  <a:srgbClr val="008D98"/>
                </a:solidFill>
                <a:latin typeface="Malgun Gothic"/>
                <a:ea typeface="Malgun Gothic"/>
                <a:cs typeface="Malgun Gothic"/>
              </a:defRPr>
            </a:pPr>
            <a:r>
              <a:rPr sz="1950" b="1">
                <a:solidFill>
                  <a:srgbClr val="008D98"/>
                </a:solidFill>
                <a:latin typeface="Malgun Gothic"/>
                <a:ea typeface="Malgun Gothic"/>
                <a:cs typeface="Malgun Gothic"/>
              </a:rPr>
              <a:t>프로젝트 구현·검증</a:t>
            </a:r>
          </a:p>
        </p:txBody>
      </p:sp>
      <p:sp>
        <p:nvSpPr>
          <p:cNvPr id="29" name="text-31">
            <a:extLst xmlns:a="http://schemas.openxmlformats.org/drawingml/2006/main">
              <a:ext uri="{FF2B5EF4-FFF2-40B4-BE49-F238E27FC236}">
                <a16:creationId xmlns:a16="http://schemas.microsoft.com/office/drawing/2014/main" id="{21DB7809-0E72-4796-A03A-F1102191FF2A}"/>
              </a:ext>
            </a:extLst>
          </p:cNvPr>
          <p:cNvSpPr>
            <a:spLocks xmlns:a="http://schemas.openxmlformats.org/drawingml/2006/main" noGrp="1"/>
          </p:cNvSpPr>
          <p:nvPr/>
        </p:nvSpPr>
        <p:spPr>
          <a:xfrm xmlns:a="http://schemas.openxmlformats.org/drawingml/2006/main">
            <a:off x="10896600" y="22955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lgn="r" marL="0" indent="0">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11–15</a:t>
            </a:r>
          </a:p>
        </p:txBody>
      </p:sp>
      <p:sp>
        <p:nvSpPr>
          <p:cNvPr id="30" name="link-32">
            <ns0:hlinkClick xmlns:ns0="http://schemas.openxmlformats.org/drawingml/2006/main" xmlns:ns1="http://schemas.openxmlformats.org/officeDocument/2006/relationships" ns1:id="rIdLink7" action="ppaction://hlinksldjump"/>
            <a:extLst xmlns:a="http://schemas.openxmlformats.org/drawingml/2006/main">
              <a:ext uri="{FF2B5EF4-FFF2-40B4-BE49-F238E27FC236}">
                <a16:creationId xmlns:a16="http://schemas.microsoft.com/office/drawing/2014/main" id="{A5BB67AC-DCA3-44BC-8FB4-A03CEA69D1B4}"/>
              </a:ext>
            </a:extLst>
          </p:cNvPr>
          <p:cNvSpPr>
            <a:spLocks xmlns:a="http://schemas.openxmlformats.org/drawingml/2006/main" noGrp="1"/>
          </p:cNvSpPr>
          <p:nvPr/>
        </p:nvSpPr>
        <p:spPr>
          <a:xfrm xmlns:a="http://schemas.openxmlformats.org/drawingml/2006/main">
            <a:off x="8229600" y="2781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AI 협업 사전 준비 →</a:t>
            </a:r>
          </a:p>
        </p:txBody>
      </p:sp>
      <p:sp>
        <p:nvSpPr>
          <p:cNvPr id="31" name="text-33">
            <a:extLst xmlns:a="http://schemas.openxmlformats.org/drawingml/2006/main">
              <a:ext uri="{FF2B5EF4-FFF2-40B4-BE49-F238E27FC236}">
                <a16:creationId xmlns:a16="http://schemas.microsoft.com/office/drawing/2014/main" id="{9FFBB3DE-8926-4EB2-8BEA-DA30716AAFBD}"/>
              </a:ext>
            </a:extLst>
          </p:cNvPr>
          <p:cNvSpPr>
            <a:spLocks xmlns:a="http://schemas.openxmlformats.org/drawingml/2006/main" noGrp="1"/>
          </p:cNvSpPr>
          <p:nvPr/>
        </p:nvSpPr>
        <p:spPr>
          <a:xfrm xmlns:a="http://schemas.openxmlformats.org/drawingml/2006/main">
            <a:off x="11125200" y="28479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11</a:t>
            </a:r>
          </a:p>
        </p:txBody>
      </p:sp>
      <p:sp>
        <p:nvSpPr>
          <p:cNvPr id="32" name="text-34">
            <a:extLst xmlns:a="http://schemas.openxmlformats.org/drawingml/2006/main">
              <a:ext uri="{FF2B5EF4-FFF2-40B4-BE49-F238E27FC236}">
                <a16:creationId xmlns:a16="http://schemas.microsoft.com/office/drawing/2014/main" id="{9BF84751-9D41-4CE2-A3B2-D64BA4D22C8E}"/>
              </a:ext>
            </a:extLst>
          </p:cNvPr>
          <p:cNvSpPr>
            <a:spLocks xmlns:a="http://schemas.openxmlformats.org/drawingml/2006/main" noGrp="1"/>
          </p:cNvSpPr>
          <p:nvPr/>
        </p:nvSpPr>
        <p:spPr>
          <a:xfrm xmlns:a="http://schemas.openxmlformats.org/drawingml/2006/main">
            <a:off x="8229600" y="31242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구현 전에 정한 작업 기준을 소개합니다.</a:t>
            </a:r>
          </a:p>
        </p:txBody>
      </p:sp>
      <p:sp>
        <p:nvSpPr>
          <p:cNvPr id="33" name="rect-35">
            <a:extLst xmlns:a="http://schemas.openxmlformats.org/drawingml/2006/main">
              <a:ext uri="{FF2B5EF4-FFF2-40B4-BE49-F238E27FC236}">
                <a16:creationId xmlns:a16="http://schemas.microsoft.com/office/drawing/2014/main" id="{AC225B72-182A-418B-AFB6-F6A518DE2007}"/>
              </a:ext>
            </a:extLst>
          </p:cNvPr>
          <p:cNvSpPr>
            <a:spLocks xmlns:a="http://schemas.openxmlformats.org/drawingml/2006/main" noGrp="1"/>
          </p:cNvSpPr>
          <p:nvPr/>
        </p:nvSpPr>
        <p:spPr>
          <a:xfrm xmlns:a="http://schemas.openxmlformats.org/drawingml/2006/main">
            <a:off x="8229600" y="342900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4" name="link-36">
            <ns0:hlinkClick xmlns:ns0="http://schemas.openxmlformats.org/drawingml/2006/main" xmlns:ns1="http://schemas.openxmlformats.org/officeDocument/2006/relationships" ns1:id="rIdLink8" action="ppaction://hlinksldjump"/>
            <a:extLst xmlns:a="http://schemas.openxmlformats.org/drawingml/2006/main">
              <a:ext uri="{FF2B5EF4-FFF2-40B4-BE49-F238E27FC236}">
                <a16:creationId xmlns:a16="http://schemas.microsoft.com/office/drawing/2014/main" id="{B1F6A685-E729-413C-A150-EDF70B86729E}"/>
              </a:ext>
            </a:extLst>
          </p:cNvPr>
          <p:cNvSpPr>
            <a:spLocks xmlns:a="http://schemas.openxmlformats.org/drawingml/2006/main" noGrp="1"/>
          </p:cNvSpPr>
          <p:nvPr/>
        </p:nvSpPr>
        <p:spPr>
          <a:xfrm xmlns:a="http://schemas.openxmlformats.org/drawingml/2006/main">
            <a:off x="8229600" y="34956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전체 처리 구조 →</a:t>
            </a:r>
          </a:p>
        </p:txBody>
      </p:sp>
      <p:sp>
        <p:nvSpPr>
          <p:cNvPr id="35" name="text-37">
            <a:extLst xmlns:a="http://schemas.openxmlformats.org/drawingml/2006/main">
              <a:ext uri="{FF2B5EF4-FFF2-40B4-BE49-F238E27FC236}">
                <a16:creationId xmlns:a16="http://schemas.microsoft.com/office/drawing/2014/main" id="{1A023C25-57B4-49EF-92B5-0B29F6569E51}"/>
              </a:ext>
            </a:extLst>
          </p:cNvPr>
          <p:cNvSpPr>
            <a:spLocks xmlns:a="http://schemas.openxmlformats.org/drawingml/2006/main" noGrp="1"/>
          </p:cNvSpPr>
          <p:nvPr/>
        </p:nvSpPr>
        <p:spPr>
          <a:xfrm xmlns:a="http://schemas.openxmlformats.org/drawingml/2006/main">
            <a:off x="11125200" y="356235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12</a:t>
            </a:r>
          </a:p>
        </p:txBody>
      </p:sp>
      <p:sp>
        <p:nvSpPr>
          <p:cNvPr id="36" name="text-38">
            <a:extLst xmlns:a="http://schemas.openxmlformats.org/drawingml/2006/main">
              <a:ext uri="{FF2B5EF4-FFF2-40B4-BE49-F238E27FC236}">
                <a16:creationId xmlns:a16="http://schemas.microsoft.com/office/drawing/2014/main" id="{BBC47D79-42EF-4C87-8665-89AE954EF54A}"/>
              </a:ext>
            </a:extLst>
          </p:cNvPr>
          <p:cNvSpPr>
            <a:spLocks xmlns:a="http://schemas.openxmlformats.org/drawingml/2006/main" noGrp="1"/>
          </p:cNvSpPr>
          <p:nvPr/>
        </p:nvSpPr>
        <p:spPr>
          <a:xfrm xmlns:a="http://schemas.openxmlformats.org/drawingml/2006/main">
            <a:off x="8229600" y="383857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입력부터 분석·출력까지의 구조입니다.</a:t>
            </a:r>
          </a:p>
        </p:txBody>
      </p:sp>
      <p:sp>
        <p:nvSpPr>
          <p:cNvPr id="37" name="rect-39">
            <a:extLst xmlns:a="http://schemas.openxmlformats.org/drawingml/2006/main">
              <a:ext uri="{FF2B5EF4-FFF2-40B4-BE49-F238E27FC236}">
                <a16:creationId xmlns:a16="http://schemas.microsoft.com/office/drawing/2014/main" id="{BF6D9798-7AF9-4E69-A74D-3755470D163B}"/>
              </a:ext>
            </a:extLst>
          </p:cNvPr>
          <p:cNvSpPr>
            <a:spLocks xmlns:a="http://schemas.openxmlformats.org/drawingml/2006/main" noGrp="1"/>
          </p:cNvSpPr>
          <p:nvPr/>
        </p:nvSpPr>
        <p:spPr>
          <a:xfrm xmlns:a="http://schemas.openxmlformats.org/drawingml/2006/main">
            <a:off x="8229600" y="4143375"/>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8" name="link-40">
            <ns0:hlinkClick xmlns:ns0="http://schemas.openxmlformats.org/drawingml/2006/main" xmlns:ns1="http://schemas.openxmlformats.org/officeDocument/2006/relationships" ns1:id="rIdLink9" action="ppaction://hlinksldjump"/>
            <a:extLst xmlns:a="http://schemas.openxmlformats.org/drawingml/2006/main">
              <a:ext uri="{FF2B5EF4-FFF2-40B4-BE49-F238E27FC236}">
                <a16:creationId xmlns:a16="http://schemas.microsoft.com/office/drawing/2014/main" id="{ABB43426-A23C-4572-8D36-F6B95D576647}"/>
              </a:ext>
            </a:extLst>
          </p:cNvPr>
          <p:cNvSpPr>
            <a:spLocks xmlns:a="http://schemas.openxmlformats.org/drawingml/2006/main" noGrp="1"/>
          </p:cNvSpPr>
          <p:nvPr/>
        </p:nvSpPr>
        <p:spPr>
          <a:xfrm xmlns:a="http://schemas.openxmlformats.org/drawingml/2006/main">
            <a:off x="8229600" y="421005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공유·순환 관계 처리 →</a:t>
            </a:r>
          </a:p>
        </p:txBody>
      </p:sp>
      <p:sp>
        <p:nvSpPr>
          <p:cNvPr id="39" name="text-41">
            <a:extLst xmlns:a="http://schemas.openxmlformats.org/drawingml/2006/main">
              <a:ext uri="{FF2B5EF4-FFF2-40B4-BE49-F238E27FC236}">
                <a16:creationId xmlns:a16="http://schemas.microsoft.com/office/drawing/2014/main" id="{B4DF35FA-3D8D-43E0-867F-1B37D4A5C262}"/>
              </a:ext>
            </a:extLst>
          </p:cNvPr>
          <p:cNvSpPr>
            <a:spLocks xmlns:a="http://schemas.openxmlformats.org/drawingml/2006/main" noGrp="1"/>
          </p:cNvSpPr>
          <p:nvPr/>
        </p:nvSpPr>
        <p:spPr>
          <a:xfrm xmlns:a="http://schemas.openxmlformats.org/drawingml/2006/main">
            <a:off x="11125200" y="427672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13</a:t>
            </a:r>
          </a:p>
        </p:txBody>
      </p:sp>
      <p:sp>
        <p:nvSpPr>
          <p:cNvPr id="40" name="text-42">
            <a:extLst xmlns:a="http://schemas.openxmlformats.org/drawingml/2006/main">
              <a:ext uri="{FF2B5EF4-FFF2-40B4-BE49-F238E27FC236}">
                <a16:creationId xmlns:a16="http://schemas.microsoft.com/office/drawing/2014/main" id="{610ED3B4-5EF6-41F3-8CA8-FBB0CADDE730}"/>
              </a:ext>
            </a:extLst>
          </p:cNvPr>
          <p:cNvSpPr>
            <a:spLocks xmlns:a="http://schemas.openxmlformats.org/drawingml/2006/main" noGrp="1"/>
          </p:cNvSpPr>
          <p:nvPr/>
        </p:nvSpPr>
        <p:spPr>
          <a:xfrm xmlns:a="http://schemas.openxmlformats.org/drawingml/2006/main">
            <a:off x="8229600" y="455295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공유는 유지하고 순환 탐색은 종료합니다.</a:t>
            </a:r>
          </a:p>
        </p:txBody>
      </p:sp>
      <p:sp>
        <p:nvSpPr>
          <p:cNvPr id="41" name="rect-43">
            <a:extLst xmlns:a="http://schemas.openxmlformats.org/drawingml/2006/main">
              <a:ext uri="{FF2B5EF4-FFF2-40B4-BE49-F238E27FC236}">
                <a16:creationId xmlns:a16="http://schemas.microsoft.com/office/drawing/2014/main" id="{044EB2A0-D26E-492E-BA33-F7007E98AB59}"/>
              </a:ext>
            </a:extLst>
          </p:cNvPr>
          <p:cNvSpPr>
            <a:spLocks xmlns:a="http://schemas.openxmlformats.org/drawingml/2006/main" noGrp="1"/>
          </p:cNvSpPr>
          <p:nvPr/>
        </p:nvSpPr>
        <p:spPr>
          <a:xfrm xmlns:a="http://schemas.openxmlformats.org/drawingml/2006/main">
            <a:off x="8229600" y="4857750"/>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42" name="link-44">
            <ns0:hlinkClick xmlns:ns0="http://schemas.openxmlformats.org/drawingml/2006/main" xmlns:ns1="http://schemas.openxmlformats.org/officeDocument/2006/relationships" ns1:id="rIdLink10" action="ppaction://hlinksldjump"/>
            <a:extLst xmlns:a="http://schemas.openxmlformats.org/drawingml/2006/main">
              <a:ext uri="{FF2B5EF4-FFF2-40B4-BE49-F238E27FC236}">
                <a16:creationId xmlns:a16="http://schemas.microsoft.com/office/drawing/2014/main" id="{FBEB74EE-6D7F-4809-9080-1378EEE9C2BA}"/>
              </a:ext>
            </a:extLst>
          </p:cNvPr>
          <p:cNvSpPr>
            <a:spLocks xmlns:a="http://schemas.openxmlformats.org/drawingml/2006/main" noGrp="1"/>
          </p:cNvSpPr>
          <p:nvPr/>
        </p:nvSpPr>
        <p:spPr>
          <a:xfrm xmlns:a="http://schemas.openxmlformats.org/drawingml/2006/main">
            <a:off x="8229600" y="492442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CSV 저장 기능 →</a:t>
            </a:r>
          </a:p>
        </p:txBody>
      </p:sp>
      <p:sp>
        <p:nvSpPr>
          <p:cNvPr id="43" name="text-45">
            <a:extLst xmlns:a="http://schemas.openxmlformats.org/drawingml/2006/main">
              <a:ext uri="{FF2B5EF4-FFF2-40B4-BE49-F238E27FC236}">
                <a16:creationId xmlns:a16="http://schemas.microsoft.com/office/drawing/2014/main" id="{6792DBE3-CD81-4A4B-93BB-C7F0049399E8}"/>
              </a:ext>
            </a:extLst>
          </p:cNvPr>
          <p:cNvSpPr>
            <a:spLocks xmlns:a="http://schemas.openxmlformats.org/drawingml/2006/main" noGrp="1"/>
          </p:cNvSpPr>
          <p:nvPr/>
        </p:nvSpPr>
        <p:spPr>
          <a:xfrm xmlns:a="http://schemas.openxmlformats.org/drawingml/2006/main">
            <a:off x="11125200" y="4991100"/>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14</a:t>
            </a:r>
          </a:p>
        </p:txBody>
      </p:sp>
      <p:sp>
        <p:nvSpPr>
          <p:cNvPr id="44" name="text-46">
            <a:extLst xmlns:a="http://schemas.openxmlformats.org/drawingml/2006/main">
              <a:ext uri="{FF2B5EF4-FFF2-40B4-BE49-F238E27FC236}">
                <a16:creationId xmlns:a16="http://schemas.microsoft.com/office/drawing/2014/main" id="{458D1654-E856-4C80-BC33-615294C17D35}"/>
              </a:ext>
            </a:extLst>
          </p:cNvPr>
          <p:cNvSpPr>
            <a:spLocks xmlns:a="http://schemas.openxmlformats.org/drawingml/2006/main" noGrp="1"/>
          </p:cNvSpPr>
          <p:nvPr/>
        </p:nvSpPr>
        <p:spPr>
          <a:xfrm xmlns:a="http://schemas.openxmlformats.org/drawingml/2006/main">
            <a:off x="8229600" y="5267325"/>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분석 결과를 파일로 저장하는 기능입니다.</a:t>
            </a:r>
          </a:p>
        </p:txBody>
      </p:sp>
      <p:sp>
        <p:nvSpPr>
          <p:cNvPr id="45" name="rect-47">
            <a:extLst xmlns:a="http://schemas.openxmlformats.org/drawingml/2006/main">
              <a:ext uri="{FF2B5EF4-FFF2-40B4-BE49-F238E27FC236}">
                <a16:creationId xmlns:a16="http://schemas.microsoft.com/office/drawing/2014/main" id="{EEEA7DEC-4792-4EF6-9B11-63762CDED6B6}"/>
              </a:ext>
            </a:extLst>
          </p:cNvPr>
          <p:cNvSpPr>
            <a:spLocks xmlns:a="http://schemas.openxmlformats.org/drawingml/2006/main" noGrp="1"/>
          </p:cNvSpPr>
          <p:nvPr/>
        </p:nvSpPr>
        <p:spPr>
          <a:xfrm xmlns:a="http://schemas.openxmlformats.org/drawingml/2006/main">
            <a:off x="8229600" y="5572125"/>
            <a:ext cx="35052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46" name="link-48">
            <ns0:hlinkClick xmlns:ns0="http://schemas.openxmlformats.org/drawingml/2006/main" xmlns:ns1="http://schemas.openxmlformats.org/officeDocument/2006/relationships" ns1:id="rIdLink11" action="ppaction://hlinksldjump"/>
            <a:extLst xmlns:a="http://schemas.openxmlformats.org/drawingml/2006/main">
              <a:ext uri="{FF2B5EF4-FFF2-40B4-BE49-F238E27FC236}">
                <a16:creationId xmlns:a16="http://schemas.microsoft.com/office/drawing/2014/main" id="{6A7FA29D-FD68-4188-86DD-38672C301E30}"/>
              </a:ext>
            </a:extLst>
          </p:cNvPr>
          <p:cNvSpPr>
            <a:spLocks xmlns:a="http://schemas.openxmlformats.org/drawingml/2006/main" noGrp="1"/>
          </p:cNvSpPr>
          <p:nvPr/>
        </p:nvSpPr>
        <p:spPr>
          <a:xfrm xmlns:a="http://schemas.openxmlformats.org/drawingml/2006/main">
            <a:off x="8229600" y="56388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u="sng">
                <a:solidFill>
                  <a:srgbClr val="008D98"/>
                </a:solidFill>
                <a:latin typeface="Malgun Gothic"/>
                <a:ea typeface="Malgun Gothic"/>
                <a:cs typeface="Malgun Gothic"/>
              </a:rPr>
              <a:t>AI 리뷰 활용 →</a:t>
            </a:r>
          </a:p>
        </p:txBody>
      </p:sp>
      <p:sp>
        <p:nvSpPr>
          <p:cNvPr id="47" name="text-49">
            <a:extLst xmlns:a="http://schemas.openxmlformats.org/drawingml/2006/main">
              <a:ext uri="{FF2B5EF4-FFF2-40B4-BE49-F238E27FC236}">
                <a16:creationId xmlns:a16="http://schemas.microsoft.com/office/drawing/2014/main" id="{15A212C8-CC5B-4A40-8C36-A180BB0AC38E}"/>
              </a:ext>
            </a:extLst>
          </p:cNvPr>
          <p:cNvSpPr>
            <a:spLocks xmlns:a="http://schemas.openxmlformats.org/drawingml/2006/main" noGrp="1"/>
          </p:cNvSpPr>
          <p:nvPr/>
        </p:nvSpPr>
        <p:spPr>
          <a:xfrm xmlns:a="http://schemas.openxmlformats.org/drawingml/2006/main">
            <a:off x="11125200" y="5705475"/>
            <a:ext cx="60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50" b="1">
                <a:solidFill>
                  <a:srgbClr val="008D98"/>
                </a:solidFill>
                <a:latin typeface="Malgun Gothic"/>
                <a:ea typeface="Malgun Gothic"/>
                <a:cs typeface="Malgun Gothic"/>
              </a:defRPr>
            </a:defPPr>
            <a:lvl1pPr algn="r">
              <a:defRPr sz="1050" b="1">
                <a:solidFill>
                  <a:srgbClr val="008D98"/>
                </a:solidFill>
                <a:latin typeface="Malgun Gothic"/>
                <a:ea typeface="Malgun Gothic"/>
                <a:cs typeface="Malgun Gothic"/>
              </a:defRPr>
            </a:lvl1pPr>
            <a:lvl2pPr algn="r">
              <a:defRPr sz="1050" b="1">
                <a:solidFill>
                  <a:srgbClr val="008D98"/>
                </a:solidFill>
                <a:latin typeface="Malgun Gothic"/>
                <a:ea typeface="Malgun Gothic"/>
                <a:cs typeface="Malgun Gothic"/>
              </a:defRPr>
            </a:lvl2pPr>
            <a:lvl3pPr algn="r">
              <a:defRPr sz="1050" b="1">
                <a:solidFill>
                  <a:srgbClr val="008D98"/>
                </a:solidFill>
                <a:latin typeface="Malgun Gothic"/>
                <a:ea typeface="Malgun Gothic"/>
                <a:cs typeface="Malgun Gothic"/>
              </a:defRPr>
            </a:lvl3pPr>
            <a:lvl4pPr algn="r">
              <a:defRPr sz="1050" b="1">
                <a:solidFill>
                  <a:srgbClr val="008D98"/>
                </a:solidFill>
                <a:latin typeface="Malgun Gothic"/>
                <a:ea typeface="Malgun Gothic"/>
                <a:cs typeface="Malgun Gothic"/>
              </a:defRPr>
            </a:lvl4pPr>
            <a:lvl5pPr algn="r">
              <a:defRPr sz="1050" b="1">
                <a:solidFill>
                  <a:srgbClr val="008D98"/>
                </a:solidFill>
                <a:latin typeface="Malgun Gothic"/>
                <a:ea typeface="Malgun Gothic"/>
                <a:cs typeface="Malgun Gothic"/>
              </a:defRPr>
            </a:lvl5pPr>
            <a:lvl6pPr algn="r">
              <a:defRPr sz="1050" b="1">
                <a:solidFill>
                  <a:srgbClr val="008D98"/>
                </a:solidFill>
                <a:latin typeface="Malgun Gothic"/>
                <a:ea typeface="Malgun Gothic"/>
                <a:cs typeface="Malgun Gothic"/>
              </a:defRPr>
            </a:lvl6pPr>
            <a:lvl7pPr algn="r">
              <a:defRPr sz="1050" b="1">
                <a:solidFill>
                  <a:srgbClr val="008D98"/>
                </a:solidFill>
                <a:latin typeface="Malgun Gothic"/>
                <a:ea typeface="Malgun Gothic"/>
                <a:cs typeface="Malgun Gothic"/>
              </a:defRPr>
            </a:lvl7pPr>
            <a:lvl8pPr algn="r">
              <a:defRPr sz="1050" b="1">
                <a:solidFill>
                  <a:srgbClr val="008D98"/>
                </a:solidFill>
                <a:latin typeface="Malgun Gothic"/>
                <a:ea typeface="Malgun Gothic"/>
                <a:cs typeface="Malgun Gothic"/>
              </a:defRPr>
            </a:lvl8pPr>
            <a:lvl9pPr algn="r">
              <a:defRPr sz="1050" b="1">
                <a:solidFill>
                  <a:srgbClr val="008D98"/>
                </a:solidFill>
                <a:latin typeface="Malgun Gothic"/>
                <a:ea typeface="Malgun Gothic"/>
                <a:cs typeface="Malgun Gothic"/>
              </a:defRPr>
            </a:lvl9pPr>
          </a:lstStyle>
          <a:p xmlns:a="http://schemas.openxmlformats.org/drawingml/2006/main">
            <a:pPr algn="r">
              <a:defRPr sz="1050" b="1">
                <a:solidFill>
                  <a:srgbClr val="008D98"/>
                </a:solidFill>
                <a:latin typeface="Malgun Gothic"/>
                <a:ea typeface="Malgun Gothic"/>
                <a:cs typeface="Malgun Gothic"/>
              </a:defRPr>
            </a:pPr>
            <a:r>
              <a:rPr sz="1050" b="1">
                <a:solidFill>
                  <a:srgbClr val="008D98"/>
                </a:solidFill>
                <a:latin typeface="Malgun Gothic"/>
                <a:ea typeface="Malgun Gothic"/>
                <a:cs typeface="Malgun Gothic"/>
              </a:rPr>
              <a:t>15</a:t>
            </a:r>
          </a:p>
        </p:txBody>
      </p:sp>
      <p:sp>
        <p:nvSpPr>
          <p:cNvPr id="48" name="text-50">
            <a:extLst xmlns:a="http://schemas.openxmlformats.org/drawingml/2006/main">
              <a:ext uri="{FF2B5EF4-FFF2-40B4-BE49-F238E27FC236}">
                <a16:creationId xmlns:a16="http://schemas.microsoft.com/office/drawing/2014/main" id="{0BD85089-8881-447D-85C2-FC525C85F08A}"/>
              </a:ext>
            </a:extLst>
          </p:cNvPr>
          <p:cNvSpPr>
            <a:spLocks xmlns:a="http://schemas.openxmlformats.org/drawingml/2006/main" noGrp="1"/>
          </p:cNvSpPr>
          <p:nvPr/>
        </p:nvSpPr>
        <p:spPr>
          <a:xfrm xmlns:a="http://schemas.openxmlformats.org/drawingml/2006/main">
            <a:off x="8229600" y="5981700"/>
            <a:ext cx="350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7B88"/>
                </a:solidFill>
                <a:latin typeface="Malgun Gothic"/>
                <a:ea typeface="Malgun Gothic"/>
                <a:cs typeface="Malgun Gothic"/>
              </a:defRPr>
            </a:defPPr>
            <a:lvl1pPr>
              <a:defRPr sz="1200" b="0">
                <a:solidFill>
                  <a:srgbClr val="627B88"/>
                </a:solidFill>
                <a:latin typeface="Malgun Gothic"/>
                <a:ea typeface="Malgun Gothic"/>
                <a:cs typeface="Malgun Gothic"/>
              </a:defRPr>
            </a:lvl1pPr>
            <a:lvl2pPr>
              <a:defRPr sz="1200" b="0">
                <a:solidFill>
                  <a:srgbClr val="627B88"/>
                </a:solidFill>
                <a:latin typeface="Malgun Gothic"/>
                <a:ea typeface="Malgun Gothic"/>
                <a:cs typeface="Malgun Gothic"/>
              </a:defRPr>
            </a:lvl2pPr>
            <a:lvl3pPr>
              <a:defRPr sz="1200" b="0">
                <a:solidFill>
                  <a:srgbClr val="627B88"/>
                </a:solidFill>
                <a:latin typeface="Malgun Gothic"/>
                <a:ea typeface="Malgun Gothic"/>
                <a:cs typeface="Malgun Gothic"/>
              </a:defRPr>
            </a:lvl3pPr>
            <a:lvl4pPr>
              <a:defRPr sz="1200" b="0">
                <a:solidFill>
                  <a:srgbClr val="627B88"/>
                </a:solidFill>
                <a:latin typeface="Malgun Gothic"/>
                <a:ea typeface="Malgun Gothic"/>
                <a:cs typeface="Malgun Gothic"/>
              </a:defRPr>
            </a:lvl4pPr>
            <a:lvl5pPr>
              <a:defRPr sz="1200" b="0">
                <a:solidFill>
                  <a:srgbClr val="627B88"/>
                </a:solidFill>
                <a:latin typeface="Malgun Gothic"/>
                <a:ea typeface="Malgun Gothic"/>
                <a:cs typeface="Malgun Gothic"/>
              </a:defRPr>
            </a:lvl5pPr>
            <a:lvl6pPr>
              <a:defRPr sz="1200" b="0">
                <a:solidFill>
                  <a:srgbClr val="627B88"/>
                </a:solidFill>
                <a:latin typeface="Malgun Gothic"/>
                <a:ea typeface="Malgun Gothic"/>
                <a:cs typeface="Malgun Gothic"/>
              </a:defRPr>
            </a:lvl6pPr>
            <a:lvl7pPr>
              <a:defRPr sz="1200" b="0">
                <a:solidFill>
                  <a:srgbClr val="627B88"/>
                </a:solidFill>
                <a:latin typeface="Malgun Gothic"/>
                <a:ea typeface="Malgun Gothic"/>
                <a:cs typeface="Malgun Gothic"/>
              </a:defRPr>
            </a:lvl7pPr>
            <a:lvl8pPr>
              <a:defRPr sz="1200" b="0">
                <a:solidFill>
                  <a:srgbClr val="627B88"/>
                </a:solidFill>
                <a:latin typeface="Malgun Gothic"/>
                <a:ea typeface="Malgun Gothic"/>
                <a:cs typeface="Malgun Gothic"/>
              </a:defRPr>
            </a:lvl8pPr>
            <a:lvl9pPr>
              <a:defRPr sz="1200" b="0">
                <a:solidFill>
                  <a:srgbClr val="627B88"/>
                </a:solidFill>
                <a:latin typeface="Malgun Gothic"/>
                <a:ea typeface="Malgun Gothic"/>
                <a:cs typeface="Malgun Gothic"/>
              </a:defRPr>
            </a:lvl9pPr>
          </a:lstStyle>
          <a:p xmlns:a="http://schemas.openxmlformats.org/drawingml/2006/main">
            <a:pPr>
              <a:defRPr sz="1200" b="0">
                <a:solidFill>
                  <a:srgbClr val="627B88"/>
                </a:solidFill>
                <a:latin typeface="Malgun Gothic"/>
                <a:ea typeface="Malgun Gothic"/>
                <a:cs typeface="Malgun Gothic"/>
              </a:defRPr>
            </a:pPr>
            <a:r>
              <a:rPr sz="1200" b="0">
                <a:solidFill>
                  <a:srgbClr val="627B88"/>
                </a:solidFill>
                <a:latin typeface="Malgun Gothic"/>
                <a:ea typeface="Malgun Gothic"/>
                <a:cs typeface="Malgun Gothic"/>
              </a:rPr>
              <a:t>코드 리뷰를 수정·확인에 연결한 사례입니다.</a:t>
            </a:r>
          </a:p>
        </p:txBody>
      </p:sp>
      <p:sp>
        <p:nvSpPr>
          <p:cNvPr id="49" name="rect-51">
            <a:extLst xmlns:a="http://schemas.openxmlformats.org/drawingml/2006/main">
              <a:ext uri="{FF2B5EF4-FFF2-40B4-BE49-F238E27FC236}">
                <a16:creationId xmlns:a16="http://schemas.microsoft.com/office/drawing/2014/main" id="{EA1DEC18-7AF7-4596-9B98-9A48841470D1}"/>
              </a:ext>
            </a:extLst>
          </p:cNvPr>
          <p:cNvSpPr>
            <a:spLocks xmlns:a="http://schemas.openxmlformats.org/drawingml/2006/main" noGrp="1"/>
          </p:cNvSpPr>
          <p:nvPr/>
        </p:nvSpPr>
        <p:spPr>
          <a:xfrm xmlns:a="http://schemas.openxmlformats.org/drawingml/2006/main">
            <a:off x="457200" y="6496050"/>
            <a:ext cx="1127760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50" name="link-52">
            <ns0:hlinkClick xmlns:ns0="http://schemas.openxmlformats.org/drawingml/2006/main" xmlns:ns1="http://schemas.openxmlformats.org/officeDocument/2006/relationships" ns1:id="rIdLink12"/>
            <a:extLst xmlns:a="http://schemas.openxmlformats.org/drawingml/2006/main">
              <a:ext uri="{FF2B5EF4-FFF2-40B4-BE49-F238E27FC236}">
                <a16:creationId xmlns:a16="http://schemas.microsoft.com/office/drawing/2014/main" id="{6B61B162-4473-45D1-BB4B-6FF68D87482D}"/>
              </a:ext>
            </a:extLst>
          </p:cNvPr>
          <p:cNvSpPr>
            <a:spLocks xmlns:a="http://schemas.openxmlformats.org/drawingml/2006/main" noGrp="1"/>
          </p:cNvSpPr>
          <p:nvPr/>
        </p:nvSpPr>
        <p:spPr>
          <a:xfrm xmlns:a="http://schemas.openxmlformats.org/drawingml/2006/main">
            <a:off x="457200" y="65722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근거 문서 · 전체 검증 범위 ↗</a:t>
            </a:r>
          </a:p>
        </p:txBody>
      </p:sp>
      <p:sp>
        <p:nvSpPr>
          <p:cNvPr id="51" name="text-53">
            <a:extLst xmlns:a="http://schemas.openxmlformats.org/drawingml/2006/main">
              <a:ext uri="{FF2B5EF4-FFF2-40B4-BE49-F238E27FC236}">
                <a16:creationId xmlns:a16="http://schemas.microsoft.com/office/drawing/2014/main" id="{13B7DC12-3CE2-46B6-ABB5-93CFF9403D74}"/>
              </a:ext>
            </a:extLst>
          </p:cNvPr>
          <p:cNvSpPr>
            <a:spLocks xmlns:a="http://schemas.openxmlformats.org/drawingml/2006/main" noGrp="1"/>
          </p:cNvSpPr>
          <p:nvPr/>
        </p:nvSpPr>
        <p:spPr>
          <a:xfrm xmlns:a="http://schemas.openxmlformats.org/drawingml/2006/main">
            <a:off x="6324600" y="6591300"/>
            <a:ext cx="541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7B88"/>
                </a:solidFill>
                <a:latin typeface="Malgun Gothic"/>
                <a:ea typeface="Malgun Gothic"/>
                <a:cs typeface="Malgun Gothic"/>
              </a:defRPr>
            </a:defPPr>
            <a:lvl1pPr>
              <a:defRPr sz="1050" b="0">
                <a:solidFill>
                  <a:srgbClr val="627B88"/>
                </a:solidFill>
                <a:latin typeface="Malgun Gothic"/>
                <a:ea typeface="Malgun Gothic"/>
                <a:cs typeface="Malgun Gothic"/>
              </a:defRPr>
            </a:lvl1pPr>
            <a:lvl2pPr>
              <a:defRPr sz="1050" b="0">
                <a:solidFill>
                  <a:srgbClr val="627B88"/>
                </a:solidFill>
                <a:latin typeface="Malgun Gothic"/>
                <a:ea typeface="Malgun Gothic"/>
                <a:cs typeface="Malgun Gothic"/>
              </a:defRPr>
            </a:lvl2pPr>
            <a:lvl3pPr>
              <a:defRPr sz="1050" b="0">
                <a:solidFill>
                  <a:srgbClr val="627B88"/>
                </a:solidFill>
                <a:latin typeface="Malgun Gothic"/>
                <a:ea typeface="Malgun Gothic"/>
                <a:cs typeface="Malgun Gothic"/>
              </a:defRPr>
            </a:lvl3pPr>
            <a:lvl4pPr>
              <a:defRPr sz="1050" b="0">
                <a:solidFill>
                  <a:srgbClr val="627B88"/>
                </a:solidFill>
                <a:latin typeface="Malgun Gothic"/>
                <a:ea typeface="Malgun Gothic"/>
                <a:cs typeface="Malgun Gothic"/>
              </a:defRPr>
            </a:lvl4pPr>
            <a:lvl5pPr>
              <a:defRPr sz="1050" b="0">
                <a:solidFill>
                  <a:srgbClr val="627B88"/>
                </a:solidFill>
                <a:latin typeface="Malgun Gothic"/>
                <a:ea typeface="Malgun Gothic"/>
                <a:cs typeface="Malgun Gothic"/>
              </a:defRPr>
            </a:lvl5pPr>
            <a:lvl6pPr>
              <a:defRPr sz="1050" b="0">
                <a:solidFill>
                  <a:srgbClr val="627B88"/>
                </a:solidFill>
                <a:latin typeface="Malgun Gothic"/>
                <a:ea typeface="Malgun Gothic"/>
                <a:cs typeface="Malgun Gothic"/>
              </a:defRPr>
            </a:lvl6pPr>
            <a:lvl7pPr>
              <a:defRPr sz="1050" b="0">
                <a:solidFill>
                  <a:srgbClr val="627B88"/>
                </a:solidFill>
                <a:latin typeface="Malgun Gothic"/>
                <a:ea typeface="Malgun Gothic"/>
                <a:cs typeface="Malgun Gothic"/>
              </a:defRPr>
            </a:lvl7pPr>
            <a:lvl8pPr>
              <a:defRPr sz="1050" b="0">
                <a:solidFill>
                  <a:srgbClr val="627B88"/>
                </a:solidFill>
                <a:latin typeface="Malgun Gothic"/>
                <a:ea typeface="Malgun Gothic"/>
                <a:cs typeface="Malgun Gothic"/>
              </a:defRPr>
            </a:lvl8pPr>
            <a:lvl9pPr>
              <a:defRPr sz="1050" b="0">
                <a:solidFill>
                  <a:srgbClr val="627B88"/>
                </a:solidFill>
                <a:latin typeface="Malgun Gothic"/>
                <a:ea typeface="Malgun Gothic"/>
                <a:cs typeface="Malgun Gothic"/>
              </a:defRPr>
            </a:lvl9pPr>
          </a:lstStyle>
          <a:p xmlns:a="http://schemas.openxmlformats.org/drawingml/2006/main">
            <a:pPr>
              <a:defRPr sz="1050" b="0">
                <a:solidFill>
                  <a:srgbClr val="627B88"/>
                </a:solidFill>
                <a:latin typeface="Malgun Gothic"/>
                <a:ea typeface="Malgun Gothic"/>
                <a:cs typeface="Malgun Gothic"/>
              </a:defRPr>
            </a:pPr>
            <a:r>
              <a:rPr sz="1050" b="0">
                <a:solidFill>
                  <a:srgbClr val="627B88"/>
                </a:solidFill>
                <a:latin typeface="Malgun Gothic"/>
                <a:ea typeface="Malgun Gothic"/>
                <a:cs typeface="Malgun Gothic"/>
              </a:rPr>
              <a:t>개발 당시 확인 · 추가 QA · 아직 확인하지 않은 범위</a:t>
            </a:r>
          </a:p>
        </p:txBody>
      </p:sp>
    </p:spTree>
    <p:extLst>
      <p:ext uri="{BB962C8B-B14F-4D97-AF65-F5344CB8AC3E}">
        <p14:creationId xmlns:p14="http://schemas.microsoft.com/office/powerpoint/2010/main" val="11636490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54">
            <a:extLst xmlns:a="http://schemas.openxmlformats.org/drawingml/2006/main">
              <a:ext uri="{FF2B5EF4-FFF2-40B4-BE49-F238E27FC236}">
                <a16:creationId xmlns:a16="http://schemas.microsoft.com/office/drawing/2014/main" id="{B5617415-C43E-4E00-B88A-81AF95E15F5F}"/>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DF4F9"/>
          </a:solidFill>
          <a:ln xmlns:a="http://schemas.openxmlformats.org/drawingml/2006/main" w="0">
            <a:noFill/>
          </a:ln>
        </p:spPr>
      </p:sp>
      <p:sp>
        <p:nvSpPr>
          <p:cNvPr id="2" name="rect-55">
            <a:extLst xmlns:a="http://schemas.openxmlformats.org/drawingml/2006/main">
              <a:ext uri="{FF2B5EF4-FFF2-40B4-BE49-F238E27FC236}">
                <a16:creationId xmlns:a16="http://schemas.microsoft.com/office/drawing/2014/main" id="{C7481E3B-A52E-486A-BB6D-92AD8540A65F}"/>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2B6CB0"/>
          </a:solidFill>
          <a:ln xmlns:a="http://schemas.openxmlformats.org/drawingml/2006/main" w="0">
            <a:noFill/>
          </a:ln>
        </p:spPr>
      </p:sp>
      <p:sp>
        <p:nvSpPr>
          <p:cNvPr id="3" name="text-56">
            <a:extLst xmlns:a="http://schemas.openxmlformats.org/drawingml/2006/main">
              <a:ext uri="{FF2B5EF4-FFF2-40B4-BE49-F238E27FC236}">
                <a16:creationId xmlns:a16="http://schemas.microsoft.com/office/drawing/2014/main" id="{3AD3A2E8-E999-4DE1-8DFF-8522699EF5AB}"/>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2B6CB0"/>
                </a:solidFill>
                <a:latin typeface="Malgun Gothic"/>
                <a:ea typeface="Malgun Gothic"/>
                <a:cs typeface="Malgun Gothic"/>
              </a:defRPr>
            </a:defPPr>
            <a:lvl1pPr>
              <a:defRPr sz="1200" b="1">
                <a:solidFill>
                  <a:srgbClr val="2B6CB0"/>
                </a:solidFill>
                <a:latin typeface="Malgun Gothic"/>
                <a:ea typeface="Malgun Gothic"/>
                <a:cs typeface="Malgun Gothic"/>
              </a:defRPr>
            </a:lvl1pPr>
            <a:lvl2pPr>
              <a:defRPr sz="1200" b="1">
                <a:solidFill>
                  <a:srgbClr val="2B6CB0"/>
                </a:solidFill>
                <a:latin typeface="Malgun Gothic"/>
                <a:ea typeface="Malgun Gothic"/>
                <a:cs typeface="Malgun Gothic"/>
              </a:defRPr>
            </a:lvl2pPr>
            <a:lvl3pPr>
              <a:defRPr sz="1200" b="1">
                <a:solidFill>
                  <a:srgbClr val="2B6CB0"/>
                </a:solidFill>
                <a:latin typeface="Malgun Gothic"/>
                <a:ea typeface="Malgun Gothic"/>
                <a:cs typeface="Malgun Gothic"/>
              </a:defRPr>
            </a:lvl3pPr>
            <a:lvl4pPr>
              <a:defRPr sz="1200" b="1">
                <a:solidFill>
                  <a:srgbClr val="2B6CB0"/>
                </a:solidFill>
                <a:latin typeface="Malgun Gothic"/>
                <a:ea typeface="Malgun Gothic"/>
                <a:cs typeface="Malgun Gothic"/>
              </a:defRPr>
            </a:lvl4pPr>
            <a:lvl5pPr>
              <a:defRPr sz="1200" b="1">
                <a:solidFill>
                  <a:srgbClr val="2B6CB0"/>
                </a:solidFill>
                <a:latin typeface="Malgun Gothic"/>
                <a:ea typeface="Malgun Gothic"/>
                <a:cs typeface="Malgun Gothic"/>
              </a:defRPr>
            </a:lvl5pPr>
            <a:lvl6pPr>
              <a:defRPr sz="1200" b="1">
                <a:solidFill>
                  <a:srgbClr val="2B6CB0"/>
                </a:solidFill>
                <a:latin typeface="Malgun Gothic"/>
                <a:ea typeface="Malgun Gothic"/>
                <a:cs typeface="Malgun Gothic"/>
              </a:defRPr>
            </a:lvl6pPr>
            <a:lvl7pPr>
              <a:defRPr sz="1200" b="1">
                <a:solidFill>
                  <a:srgbClr val="2B6CB0"/>
                </a:solidFill>
                <a:latin typeface="Malgun Gothic"/>
                <a:ea typeface="Malgun Gothic"/>
                <a:cs typeface="Malgun Gothic"/>
              </a:defRPr>
            </a:lvl7pPr>
            <a:lvl8pPr>
              <a:defRPr sz="1200" b="1">
                <a:solidFill>
                  <a:srgbClr val="2B6CB0"/>
                </a:solidFill>
                <a:latin typeface="Malgun Gothic"/>
                <a:ea typeface="Malgun Gothic"/>
                <a:cs typeface="Malgun Gothic"/>
              </a:defRPr>
            </a:lvl8pPr>
            <a:lvl9pPr>
              <a:defRPr sz="1200" b="1">
                <a:solidFill>
                  <a:srgbClr val="2B6CB0"/>
                </a:solidFill>
                <a:latin typeface="Malgun Gothic"/>
                <a:ea typeface="Malgun Gothic"/>
                <a:cs typeface="Malgun Gothic"/>
              </a:defRPr>
            </a:lvl9pPr>
          </a:lstStyle>
          <a:p xmlns:a="http://schemas.openxmlformats.org/drawingml/2006/main">
            <a:pPr>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프로젝트 소개 | 실제 사용 흐름</a:t>
            </a:r>
          </a:p>
        </p:txBody>
      </p:sp>
      <p:sp>
        <p:nvSpPr>
          <p:cNvPr id="4" name="text-57">
            <a:extLst xmlns:a="http://schemas.openxmlformats.org/drawingml/2006/main">
              <a:ext uri="{FF2B5EF4-FFF2-40B4-BE49-F238E27FC236}">
                <a16:creationId xmlns:a16="http://schemas.microsoft.com/office/drawing/2014/main" id="{A49B3364-F04A-4720-BD80-2B996B6F5DFA}"/>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에셋 참조 관계 확인과 결과 저장</a:t>
            </a:r>
          </a:p>
        </p:txBody>
      </p:sp>
      <p:sp>
        <p:nvSpPr>
          <p:cNvPr id="5" name="text-58">
            <a:extLst xmlns:a="http://schemas.openxmlformats.org/drawingml/2006/main">
              <a:ext uri="{FF2B5EF4-FFF2-40B4-BE49-F238E27FC236}">
                <a16:creationId xmlns:a16="http://schemas.microsoft.com/office/drawing/2014/main" id="{E9D01EFF-0D90-4624-8523-26C068206C3B}"/>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선택한 에셋이 사용하는 대상과, 그 에셋을 사용하는 곳을 트리로 조회합니다.</a:t>
            </a:r>
          </a:p>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결과 노드에서 원본 에셋으로 이동하고, 현재 분석 결과를 CSV로 저장합니다.</a:t>
            </a:r>
          </a:p>
        </p:txBody>
      </p:sp>
      <p:sp>
        <p:nvSpPr>
          <p:cNvPr id="6" name="text-59">
            <a:extLst xmlns:a="http://schemas.openxmlformats.org/drawingml/2006/main">
              <a:ext uri="{FF2B5EF4-FFF2-40B4-BE49-F238E27FC236}">
                <a16:creationId xmlns:a16="http://schemas.microsoft.com/office/drawing/2014/main" id="{5E3D8C25-8F9E-4A97-91FE-3C462BD99E31}"/>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04 / 15</a:t>
            </a:r>
          </a:p>
        </p:txBody>
      </p:sp>
      <p:sp>
        <p:nvSpPr>
          <p:cNvPr id="7" name="link-60">
            <a:extLst xmlns:a="http://schemas.openxmlformats.org/drawingml/2006/main">
              <a:ext uri="{FF2B5EF4-FFF2-40B4-BE49-F238E27FC236}">
                <a16:creationId xmlns:a16="http://schemas.microsoft.com/office/drawing/2014/main" id="{C28CCB4A-BEBC-41FA-8824-09C54B5C80C4}"/>
              </a:ext>
            </a:extLst>
            <ns0:hlinkClick xmlns:ns0="http://schemas.openxmlformats.org/drawingml/2006/main" xmlns:ns1="http://schemas.openxmlformats.org/officeDocument/2006/relationships" ns1:id="rIdLink4"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pic>
        <p:nvPicPr>
          <p:cNvPr id="8" name="">
            <a:extLst xmlns:a="http://schemas.openxmlformats.org/drawingml/2006/main">
              <a:ext uri="{FF2B5EF4-FFF2-40B4-BE49-F238E27FC236}">
                <a16:creationId xmlns:a16="http://schemas.microsoft.com/office/drawing/2014/main" id="{91A14499-AE5E-4038-A2EC-B4945C7DAC4E}"/>
              </a:ext>
            </a:extLst>
          </p:cNvPr>
          <p:cNvPicPr>
            <a:picLocks xmlns:a="http://schemas.openxmlformats.org/drawingml/2006/main" noChangeAspect="1"/>
          </p:cNvPicPr>
          <p:nvPr/>
        </p:nvPicPr>
        <p:blipFill>
          <a:blip xmlns:r="http://schemas.openxmlformats.org/officeDocument/2006/relationships" xmlns:a="http://schemas.openxmlformats.org/drawingml/2006/main" r:embed="R38aaa36a25c34350"/>
          <a:stretch xmlns:a="http://schemas.openxmlformats.org/drawingml/2006/main"/>
        </p:blipFill>
        <p:spPr>
          <a:xfrm xmlns:a="http://schemas.openxmlformats.org/drawingml/2006/main">
            <a:off x="461963" y="2314575"/>
            <a:ext cx="6943725" cy="3514725"/>
          </a:xfrm>
          <a:prstGeom xmlns:a="http://schemas.openxmlformats.org/drawingml/2006/main" prst="rect">
            <a:avLst/>
          </a:prstGeom>
        </p:spPr>
      </p:pic>
      <p:sp>
        <p:nvSpPr>
          <p:cNvPr id="9" name="text-61">
            <a:extLst xmlns:a="http://schemas.openxmlformats.org/drawingml/2006/main">
              <a:ext uri="{FF2B5EF4-FFF2-40B4-BE49-F238E27FC236}">
                <a16:creationId xmlns:a16="http://schemas.microsoft.com/office/drawing/2014/main" id="{09A6A5B8-98E3-423B-93FE-0D0D5203A8C1}"/>
              </a:ext>
            </a:extLst>
          </p:cNvPr>
          <p:cNvSpPr>
            <a:spLocks xmlns:a="http://schemas.openxmlformats.org/drawingml/2006/main" noGrp="1"/>
          </p:cNvSpPr>
          <p:nvPr/>
        </p:nvSpPr>
        <p:spPr>
          <a:xfrm xmlns:a="http://schemas.openxmlformats.org/drawingml/2006/main">
            <a:off x="7791450" y="261937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01  분석할 에셋 선택</a:t>
            </a:r>
          </a:p>
        </p:txBody>
      </p:sp>
      <p:sp>
        <p:nvSpPr>
          <p:cNvPr id="10" name="text-62">
            <a:extLst xmlns:a="http://schemas.openxmlformats.org/drawingml/2006/main">
              <a:ext uri="{FF2B5EF4-FFF2-40B4-BE49-F238E27FC236}">
                <a16:creationId xmlns:a16="http://schemas.microsoft.com/office/drawing/2014/main" id="{35A5BCE2-45D8-497D-A798-DD037F85BB8F}"/>
              </a:ext>
            </a:extLst>
          </p:cNvPr>
          <p:cNvSpPr>
            <a:spLocks xmlns:a="http://schemas.openxmlformats.org/drawingml/2006/main" noGrp="1"/>
          </p:cNvSpPr>
          <p:nvPr/>
        </p:nvSpPr>
        <p:spPr>
          <a:xfrm xmlns:a="http://schemas.openxmlformats.org/drawingml/2006/main">
            <a:off x="7791450" y="3038475"/>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콘텐츠 브라우저에서 에셋 선택</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Pick Selected Asset으로 가져오기</a:t>
            </a:r>
          </a:p>
        </p:txBody>
      </p:sp>
      <p:sp>
        <p:nvSpPr>
          <p:cNvPr id="11" name="text-63">
            <a:extLst xmlns:a="http://schemas.openxmlformats.org/drawingml/2006/main">
              <a:ext uri="{FF2B5EF4-FFF2-40B4-BE49-F238E27FC236}">
                <a16:creationId xmlns:a16="http://schemas.microsoft.com/office/drawing/2014/main" id="{791AE9E2-13A5-4984-8643-108DE4DAE9D8}"/>
              </a:ext>
            </a:extLst>
          </p:cNvPr>
          <p:cNvSpPr>
            <a:spLocks xmlns:a="http://schemas.openxmlformats.org/drawingml/2006/main" noGrp="1"/>
          </p:cNvSpPr>
          <p:nvPr/>
        </p:nvSpPr>
        <p:spPr>
          <a:xfrm xmlns:a="http://schemas.openxmlformats.org/drawingml/2006/main">
            <a:off x="7791450" y="372427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02  관계 조회와 원본 이동</a:t>
            </a:r>
          </a:p>
        </p:txBody>
      </p:sp>
      <p:sp>
        <p:nvSpPr>
          <p:cNvPr id="12" name="text-64">
            <a:extLst xmlns:a="http://schemas.openxmlformats.org/drawingml/2006/main">
              <a:ext uri="{FF2B5EF4-FFF2-40B4-BE49-F238E27FC236}">
                <a16:creationId xmlns:a16="http://schemas.microsoft.com/office/drawing/2014/main" id="{6F52AA5A-CAA3-4432-80C7-483CB85BE702}"/>
              </a:ext>
            </a:extLst>
          </p:cNvPr>
          <p:cNvSpPr>
            <a:spLocks xmlns:a="http://schemas.openxmlformats.org/drawingml/2006/main" noGrp="1"/>
          </p:cNvSpPr>
          <p:nvPr/>
        </p:nvSpPr>
        <p:spPr>
          <a:xfrm xmlns:a="http://schemas.openxmlformats.org/drawingml/2006/main">
            <a:off x="7791450" y="4143375"/>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방향·깊이·필터를 정하고 Analyze</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결과 노드 더블클릭으로 에셋 이동</a:t>
            </a:r>
          </a:p>
        </p:txBody>
      </p:sp>
      <p:sp>
        <p:nvSpPr>
          <p:cNvPr id="13" name="text-65">
            <a:extLst xmlns:a="http://schemas.openxmlformats.org/drawingml/2006/main">
              <a:ext uri="{FF2B5EF4-FFF2-40B4-BE49-F238E27FC236}">
                <a16:creationId xmlns:a16="http://schemas.microsoft.com/office/drawing/2014/main" id="{66BFB68A-A7FC-45B8-A804-9AE6D665DDB7}"/>
              </a:ext>
            </a:extLst>
          </p:cNvPr>
          <p:cNvSpPr>
            <a:spLocks xmlns:a="http://schemas.openxmlformats.org/drawingml/2006/main" noGrp="1"/>
          </p:cNvSpPr>
          <p:nvPr/>
        </p:nvSpPr>
        <p:spPr>
          <a:xfrm xmlns:a="http://schemas.openxmlformats.org/drawingml/2006/main">
            <a:off x="7791450" y="482917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03  분석 결과 저장</a:t>
            </a:r>
          </a:p>
        </p:txBody>
      </p:sp>
      <p:sp>
        <p:nvSpPr>
          <p:cNvPr id="14" name="text-66">
            <a:extLst xmlns:a="http://schemas.openxmlformats.org/drawingml/2006/main">
              <a:ext uri="{FF2B5EF4-FFF2-40B4-BE49-F238E27FC236}">
                <a16:creationId xmlns:a16="http://schemas.microsoft.com/office/drawing/2014/main" id="{41DC155C-7600-4C7A-BE47-D2E7862F5E68}"/>
              </a:ext>
            </a:extLst>
          </p:cNvPr>
          <p:cNvSpPr>
            <a:spLocks xmlns:a="http://schemas.openxmlformats.org/drawingml/2006/main" noGrp="1"/>
          </p:cNvSpPr>
          <p:nvPr/>
        </p:nvSpPr>
        <p:spPr>
          <a:xfrm xmlns:a="http://schemas.openxmlformats.org/drawingml/2006/main">
            <a:off x="7791450" y="5248275"/>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Export CSV로 현재 관계 트리 저장</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에셋 이름·부모·깊이·모드 기록</a:t>
            </a:r>
          </a:p>
        </p:txBody>
      </p:sp>
      <p:sp>
        <p:nvSpPr>
          <p:cNvPr id="15" name="text-67">
            <a:extLst xmlns:a="http://schemas.openxmlformats.org/drawingml/2006/main">
              <a:ext uri="{FF2B5EF4-FFF2-40B4-BE49-F238E27FC236}">
                <a16:creationId xmlns:a16="http://schemas.microsoft.com/office/drawing/2014/main" id="{CC3785C1-C921-4323-9062-45C01B34DE57}"/>
              </a:ext>
            </a:extLst>
          </p:cNvPr>
          <p:cNvSpPr>
            <a:spLocks xmlns:a="http://schemas.openxmlformats.org/drawingml/2006/main" noGrp="1"/>
          </p:cNvSpPr>
          <p:nvPr/>
        </p:nvSpPr>
        <p:spPr>
          <a:xfrm xmlns:a="http://schemas.openxmlformats.org/drawingml/2006/main">
            <a:off x="457200" y="594360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707880"/>
                </a:solidFill>
                <a:latin typeface="Malgun Gothic"/>
                <a:ea typeface="Malgun Gothic"/>
                <a:cs typeface="Malgun Gothic"/>
              </a:defRPr>
            </a:defPPr>
            <a:lvl1pPr>
              <a:defRPr sz="1275" b="0">
                <a:solidFill>
                  <a:srgbClr val="707880"/>
                </a:solidFill>
                <a:latin typeface="Malgun Gothic"/>
                <a:ea typeface="Malgun Gothic"/>
                <a:cs typeface="Malgun Gothic"/>
              </a:defRPr>
            </a:lvl1pPr>
            <a:lvl2pPr>
              <a:defRPr sz="1275" b="0">
                <a:solidFill>
                  <a:srgbClr val="707880"/>
                </a:solidFill>
                <a:latin typeface="Malgun Gothic"/>
                <a:ea typeface="Malgun Gothic"/>
                <a:cs typeface="Malgun Gothic"/>
              </a:defRPr>
            </a:lvl2pPr>
            <a:lvl3pPr>
              <a:defRPr sz="1275" b="0">
                <a:solidFill>
                  <a:srgbClr val="707880"/>
                </a:solidFill>
                <a:latin typeface="Malgun Gothic"/>
                <a:ea typeface="Malgun Gothic"/>
                <a:cs typeface="Malgun Gothic"/>
              </a:defRPr>
            </a:lvl3pPr>
            <a:lvl4pPr>
              <a:defRPr sz="1275" b="0">
                <a:solidFill>
                  <a:srgbClr val="707880"/>
                </a:solidFill>
                <a:latin typeface="Malgun Gothic"/>
                <a:ea typeface="Malgun Gothic"/>
                <a:cs typeface="Malgun Gothic"/>
              </a:defRPr>
            </a:lvl4pPr>
            <a:lvl5pPr>
              <a:defRPr sz="1275" b="0">
                <a:solidFill>
                  <a:srgbClr val="707880"/>
                </a:solidFill>
                <a:latin typeface="Malgun Gothic"/>
                <a:ea typeface="Malgun Gothic"/>
                <a:cs typeface="Malgun Gothic"/>
              </a:defRPr>
            </a:lvl5pPr>
            <a:lvl6pPr>
              <a:defRPr sz="1275" b="0">
                <a:solidFill>
                  <a:srgbClr val="707880"/>
                </a:solidFill>
                <a:latin typeface="Malgun Gothic"/>
                <a:ea typeface="Malgun Gothic"/>
                <a:cs typeface="Malgun Gothic"/>
              </a:defRPr>
            </a:lvl6pPr>
            <a:lvl7pPr>
              <a:defRPr sz="1275" b="0">
                <a:solidFill>
                  <a:srgbClr val="707880"/>
                </a:solidFill>
                <a:latin typeface="Malgun Gothic"/>
                <a:ea typeface="Malgun Gothic"/>
                <a:cs typeface="Malgun Gothic"/>
              </a:defRPr>
            </a:lvl7pPr>
            <a:lvl8pPr>
              <a:defRPr sz="1275" b="0">
                <a:solidFill>
                  <a:srgbClr val="707880"/>
                </a:solidFill>
                <a:latin typeface="Malgun Gothic"/>
                <a:ea typeface="Malgun Gothic"/>
                <a:cs typeface="Malgun Gothic"/>
              </a:defRPr>
            </a:lvl8pPr>
            <a:lvl9pPr>
              <a:defRPr sz="1275" b="0">
                <a:solidFill>
                  <a:srgbClr val="707880"/>
                </a:solidFill>
                <a:latin typeface="Malgun Gothic"/>
                <a:ea typeface="Malgun Gothic"/>
                <a:cs typeface="Malgun Gothic"/>
              </a:defRPr>
            </a:lvl9pPr>
          </a:lstStyle>
          <a:p xmlns:a="http://schemas.openxmlformats.org/drawingml/2006/main">
            <a:pPr>
              <a:defRPr sz="1275" b="0">
                <a:solidFill>
                  <a:srgbClr val="707880"/>
                </a:solidFill>
                <a:latin typeface="Malgun Gothic"/>
                <a:ea typeface="Malgun Gothic"/>
                <a:cs typeface="Malgun Gothic"/>
              </a:defRPr>
            </a:pPr>
            <a:r>
              <a:rPr sz="1275" b="0">
                <a:solidFill>
                  <a:srgbClr val="707880"/>
                </a:solidFill>
                <a:latin typeface="Malgun Gothic"/>
                <a:ea typeface="Malgun Gothic"/>
                <a:cs typeface="Malgun Gothic"/>
              </a:rPr>
              <a:t>Dependencies: 선택 에셋이 사용하는 대상  /  Referencers: 선택 에셋을 사용하는 곳</a:t>
            </a:r>
          </a:p>
        </p:txBody>
      </p:sp>
      <p:sp>
        <p:nvSpPr>
          <p:cNvPr id="16" name="link-68">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3BD741CC-D2B9-4A98-B340-6ED238613500}"/>
              </a:ext>
            </a:extLst>
          </p:cNvPr>
          <p:cNvSpPr>
            <a:spLocks xmlns:a="http://schemas.openxmlformats.org/drawingml/2006/main" noGrp="1"/>
          </p:cNvSpPr>
          <p:nvPr/>
        </p:nvSpPr>
        <p:spPr>
          <a:xfrm xmlns:a="http://schemas.openxmlformats.org/drawingml/2006/main">
            <a:off x="457200" y="65246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개발 당시 적용 기록 ↗</a:t>
            </a:r>
          </a:p>
        </p:txBody>
      </p:sp>
      <p:sp>
        <p:nvSpPr>
          <p:cNvPr id="17" name="link-69">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CB1B37EC-B696-42C2-B785-66B6B1A765F8}"/>
              </a:ext>
            </a:extLst>
          </p:cNvPr>
          <p:cNvSpPr>
            <a:spLocks xmlns:a="http://schemas.openxmlformats.org/drawingml/2006/main" noGrp="1"/>
          </p:cNvSpPr>
          <p:nvPr/>
        </p:nvSpPr>
        <p:spPr>
          <a:xfrm xmlns:a="http://schemas.openxmlformats.org/drawingml/2006/main">
            <a:off x="6324600" y="65246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실제 프로젝트 원본 CSV ↗</a:t>
            </a:r>
          </a:p>
        </p:txBody>
      </p:sp>
    </p:spTree>
    <p:extLst>
      <p:ext uri="{BB962C8B-B14F-4D97-AF65-F5344CB8AC3E}">
        <p14:creationId xmlns:p14="http://schemas.microsoft.com/office/powerpoint/2010/main" val="12362404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rect-70">
            <a:extLst xmlns:a="http://schemas.openxmlformats.org/drawingml/2006/main">
              <a:ext uri="{FF2B5EF4-FFF2-40B4-BE49-F238E27FC236}">
                <a16:creationId xmlns:a16="http://schemas.microsoft.com/office/drawing/2014/main" id="{C2843668-3BF4-42D3-BACD-2D733B5A12AB}"/>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71">
            <a:extLst xmlns:a="http://schemas.openxmlformats.org/drawingml/2006/main">
              <a:ext uri="{FF2B5EF4-FFF2-40B4-BE49-F238E27FC236}">
                <a16:creationId xmlns:a16="http://schemas.microsoft.com/office/drawing/2014/main" id="{9C1AE6CB-1981-4D87-9AE5-B7F789632A4A}"/>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72">
            <a:extLst xmlns:a="http://schemas.openxmlformats.org/drawingml/2006/main">
              <a:ext uri="{FF2B5EF4-FFF2-40B4-BE49-F238E27FC236}">
                <a16:creationId xmlns:a16="http://schemas.microsoft.com/office/drawing/2014/main" id="{7CFE0F69-4CC2-48E4-9AC4-9C20C3F558A8}"/>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AI 협업 사전 준비</a:t>
            </a:r>
          </a:p>
        </p:txBody>
      </p:sp>
      <p:sp>
        <p:nvSpPr>
          <p:cNvPr id="4" name="text-73">
            <a:extLst xmlns:a="http://schemas.openxmlformats.org/drawingml/2006/main">
              <a:ext uri="{FF2B5EF4-FFF2-40B4-BE49-F238E27FC236}">
                <a16:creationId xmlns:a16="http://schemas.microsoft.com/office/drawing/2014/main" id="{EA6E0D08-38BE-4245-AAB7-208D6AACF9EA}"/>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AI와 함께한 개발 사전 준비</a:t>
            </a:r>
          </a:p>
        </p:txBody>
      </p:sp>
      <p:sp>
        <p:nvSpPr>
          <p:cNvPr id="5" name="text-74">
            <a:extLst xmlns:a="http://schemas.openxmlformats.org/drawingml/2006/main">
              <a:ext uri="{FF2B5EF4-FFF2-40B4-BE49-F238E27FC236}">
                <a16:creationId xmlns:a16="http://schemas.microsoft.com/office/drawing/2014/main" id="{F595F236-A51D-478C-B08B-7F25CAB9821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개발 범위와 우선순위를 정하고, 계획 문서와 AI 작업 지침을 마련한 뒤 구현을 시작했습니다.</a:t>
            </a:r>
          </a:p>
        </p:txBody>
      </p:sp>
      <p:sp>
        <p:nvSpPr>
          <p:cNvPr id="6" name="text-75">
            <a:extLst xmlns:a="http://schemas.openxmlformats.org/drawingml/2006/main">
              <a:ext uri="{FF2B5EF4-FFF2-40B4-BE49-F238E27FC236}">
                <a16:creationId xmlns:a16="http://schemas.microsoft.com/office/drawing/2014/main" id="{6C0824E4-0150-4546-9555-8F492576F56A}"/>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11 / 15</a:t>
            </a:r>
          </a:p>
        </p:txBody>
      </p:sp>
      <p:sp>
        <p:nvSpPr>
          <p:cNvPr id="7" name="link-76">
            <a:extLst xmlns:a="http://schemas.openxmlformats.org/drawingml/2006/main">
              <a:ext uri="{FF2B5EF4-FFF2-40B4-BE49-F238E27FC236}">
                <a16:creationId xmlns:a16="http://schemas.microsoft.com/office/drawing/2014/main" id="{2AF57D95-1D7E-403B-91B5-858D6E7E10DC}"/>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77">
            <a:extLst xmlns:a="http://schemas.openxmlformats.org/drawingml/2006/main">
              <a:ext uri="{FF2B5EF4-FFF2-40B4-BE49-F238E27FC236}">
                <a16:creationId xmlns:a16="http://schemas.microsoft.com/office/drawing/2014/main" id="{E2DAE304-2EA4-4700-B74C-6FCBFF359891}"/>
              </a:ext>
            </a:extLst>
          </p:cNvPr>
          <p:cNvSpPr>
            <a:spLocks xmlns:a="http://schemas.openxmlformats.org/drawingml/2006/main" noGrp="1"/>
          </p:cNvSpPr>
          <p:nvPr/>
        </p:nvSpPr>
        <p:spPr>
          <a:xfrm xmlns:a="http://schemas.openxmlformats.org/drawingml/2006/main">
            <a:off x="457200" y="2190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① 개발 범위·우선순위 결정</a:t>
            </a:r>
          </a:p>
        </p:txBody>
      </p:sp>
      <p:sp>
        <p:nvSpPr>
          <p:cNvPr id="9" name="rect-78">
            <a:extLst xmlns:a="http://schemas.openxmlformats.org/drawingml/2006/main">
              <a:ext uri="{FF2B5EF4-FFF2-40B4-BE49-F238E27FC236}">
                <a16:creationId xmlns:a16="http://schemas.microsoft.com/office/drawing/2014/main" id="{29EE2138-DD99-4681-863C-8D4F7DC21DF6}"/>
              </a:ext>
            </a:extLst>
          </p:cNvPr>
          <p:cNvSpPr>
            <a:spLocks xmlns:a="http://schemas.openxmlformats.org/drawingml/2006/main" noGrp="1"/>
          </p:cNvSpPr>
          <p:nvPr/>
        </p:nvSpPr>
        <p:spPr>
          <a:xfrm xmlns:a="http://schemas.openxmlformats.org/drawingml/2006/main">
            <a:off x="457200" y="2647950"/>
            <a:ext cx="3314700" cy="16764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0" name="text-79">
            <a:extLst xmlns:a="http://schemas.openxmlformats.org/drawingml/2006/main">
              <a:ext uri="{FF2B5EF4-FFF2-40B4-BE49-F238E27FC236}">
                <a16:creationId xmlns:a16="http://schemas.microsoft.com/office/drawing/2014/main" id="{F6A967E4-F7A6-4DB6-B55F-60EA42123286}"/>
              </a:ext>
            </a:extLst>
          </p:cNvPr>
          <p:cNvSpPr>
            <a:spLocks xmlns:a="http://schemas.openxmlformats.org/drawingml/2006/main" noGrp="1"/>
          </p:cNvSpPr>
          <p:nvPr/>
        </p:nvSpPr>
        <p:spPr>
          <a:xfrm xmlns:a="http://schemas.openxmlformats.org/drawingml/2006/main">
            <a:off x="4438650" y="2190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② 계획·작업 지침 마련</a:t>
            </a:r>
          </a:p>
        </p:txBody>
      </p:sp>
      <p:sp>
        <p:nvSpPr>
          <p:cNvPr id="11" name="rect-80">
            <a:extLst xmlns:a="http://schemas.openxmlformats.org/drawingml/2006/main">
              <a:ext uri="{FF2B5EF4-FFF2-40B4-BE49-F238E27FC236}">
                <a16:creationId xmlns:a16="http://schemas.microsoft.com/office/drawing/2014/main" id="{D06B48A7-3610-40CE-9CED-E471D27239D7}"/>
              </a:ext>
            </a:extLst>
          </p:cNvPr>
          <p:cNvSpPr>
            <a:spLocks xmlns:a="http://schemas.openxmlformats.org/drawingml/2006/main" noGrp="1"/>
          </p:cNvSpPr>
          <p:nvPr/>
        </p:nvSpPr>
        <p:spPr>
          <a:xfrm xmlns:a="http://schemas.openxmlformats.org/drawingml/2006/main">
            <a:off x="4438650" y="2647950"/>
            <a:ext cx="3314700" cy="16764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2" name="text-81">
            <a:extLst xmlns:a="http://schemas.openxmlformats.org/drawingml/2006/main">
              <a:ext uri="{FF2B5EF4-FFF2-40B4-BE49-F238E27FC236}">
                <a16:creationId xmlns:a16="http://schemas.microsoft.com/office/drawing/2014/main" id="{8A43D90F-344C-414F-B050-E07C653119A8}"/>
              </a:ext>
            </a:extLst>
          </p:cNvPr>
          <p:cNvSpPr>
            <a:spLocks xmlns:a="http://schemas.openxmlformats.org/drawingml/2006/main" noGrp="1"/>
          </p:cNvSpPr>
          <p:nvPr/>
        </p:nvSpPr>
        <p:spPr>
          <a:xfrm xmlns:a="http://schemas.openxmlformats.org/drawingml/2006/main">
            <a:off x="8420100" y="2190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③ 구현 착수</a:t>
            </a:r>
          </a:p>
        </p:txBody>
      </p:sp>
      <p:sp>
        <p:nvSpPr>
          <p:cNvPr id="13" name="rect-82">
            <a:extLst xmlns:a="http://schemas.openxmlformats.org/drawingml/2006/main">
              <a:ext uri="{FF2B5EF4-FFF2-40B4-BE49-F238E27FC236}">
                <a16:creationId xmlns:a16="http://schemas.microsoft.com/office/drawing/2014/main" id="{34C7253C-BC4B-4E09-AA84-C481758519B8}"/>
              </a:ext>
            </a:extLst>
          </p:cNvPr>
          <p:cNvSpPr>
            <a:spLocks xmlns:a="http://schemas.openxmlformats.org/drawingml/2006/main" noGrp="1"/>
          </p:cNvSpPr>
          <p:nvPr/>
        </p:nvSpPr>
        <p:spPr>
          <a:xfrm xmlns:a="http://schemas.openxmlformats.org/drawingml/2006/main">
            <a:off x="8420100" y="2647950"/>
            <a:ext cx="3314700" cy="16764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4" name="arrow-83">
            <a:extLst xmlns:a="http://schemas.openxmlformats.org/drawingml/2006/main">
              <a:ext uri="{FF2B5EF4-FFF2-40B4-BE49-F238E27FC236}">
                <a16:creationId xmlns:a16="http://schemas.microsoft.com/office/drawing/2014/main" id="{950EE75B-5ECB-4C35-94D0-C106FD1A22EF}"/>
              </a:ext>
            </a:extLst>
          </p:cNvPr>
          <p:cNvSpPr>
            <a:spLocks xmlns:a="http://schemas.openxmlformats.org/drawingml/2006/main" noGrp="1"/>
          </p:cNvSpPr>
          <p:nvPr/>
        </p:nvSpPr>
        <p:spPr>
          <a:xfrm xmlns:a="http://schemas.openxmlformats.org/drawingml/2006/main">
            <a:off x="3943350" y="3324225"/>
            <a:ext cx="266700"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5" name="arrow-84">
            <a:extLst xmlns:a="http://schemas.openxmlformats.org/drawingml/2006/main">
              <a:ext uri="{FF2B5EF4-FFF2-40B4-BE49-F238E27FC236}">
                <a16:creationId xmlns:a16="http://schemas.microsoft.com/office/drawing/2014/main" id="{240D2253-C324-4E4E-9526-AAD1FFE8718D}"/>
              </a:ext>
            </a:extLst>
          </p:cNvPr>
          <p:cNvSpPr>
            <a:spLocks xmlns:a="http://schemas.openxmlformats.org/drawingml/2006/main" noGrp="1"/>
          </p:cNvSpPr>
          <p:nvPr/>
        </p:nvSpPr>
        <p:spPr>
          <a:xfrm xmlns:a="http://schemas.openxmlformats.org/drawingml/2006/main">
            <a:off x="7924800" y="3324225"/>
            <a:ext cx="266700"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6" name="text-85">
            <a:extLst xmlns:a="http://schemas.openxmlformats.org/drawingml/2006/main">
              <a:ext uri="{FF2B5EF4-FFF2-40B4-BE49-F238E27FC236}">
                <a16:creationId xmlns:a16="http://schemas.microsoft.com/office/drawing/2014/main" id="{B942CF3D-6326-4DD5-AF8A-98FD0008BED5}"/>
              </a:ext>
            </a:extLst>
          </p:cNvPr>
          <p:cNvSpPr>
            <a:spLocks xmlns:a="http://schemas.openxmlformats.org/drawingml/2006/main" noGrp="1"/>
          </p:cNvSpPr>
          <p:nvPr/>
        </p:nvSpPr>
        <p:spPr>
          <a:xfrm xmlns:a="http://schemas.openxmlformats.org/drawingml/2006/main">
            <a:off x="647700" y="27717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범위</a:t>
            </a:r>
          </a:p>
        </p:txBody>
      </p:sp>
      <p:sp>
        <p:nvSpPr>
          <p:cNvPr id="17" name="text-86">
            <a:extLst xmlns:a="http://schemas.openxmlformats.org/drawingml/2006/main">
              <a:ext uri="{FF2B5EF4-FFF2-40B4-BE49-F238E27FC236}">
                <a16:creationId xmlns:a16="http://schemas.microsoft.com/office/drawing/2014/main" id="{E060BCA5-681F-47C3-A049-C89DF0ADB85E}"/>
              </a:ext>
            </a:extLst>
          </p:cNvPr>
          <p:cNvSpPr>
            <a:spLocks xmlns:a="http://schemas.openxmlformats.org/drawingml/2006/main" noGrp="1"/>
          </p:cNvSpPr>
          <p:nvPr/>
        </p:nvSpPr>
        <p:spPr>
          <a:xfrm xmlns:a="http://schemas.openxmlformats.org/drawingml/2006/main">
            <a:off x="647700" y="3048000"/>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게임 전용 코드와 분리된</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독립 에디터 플러그인</a:t>
            </a:r>
          </a:p>
        </p:txBody>
      </p:sp>
      <p:sp>
        <p:nvSpPr>
          <p:cNvPr id="18" name="text-87">
            <a:extLst xmlns:a="http://schemas.openxmlformats.org/drawingml/2006/main">
              <a:ext uri="{FF2B5EF4-FFF2-40B4-BE49-F238E27FC236}">
                <a16:creationId xmlns:a16="http://schemas.microsoft.com/office/drawing/2014/main" id="{C025ED3E-07C9-4C02-AA01-BC3E445551E2}"/>
              </a:ext>
            </a:extLst>
          </p:cNvPr>
          <p:cNvSpPr>
            <a:spLocks xmlns:a="http://schemas.openxmlformats.org/drawingml/2006/main" noGrp="1"/>
          </p:cNvSpPr>
          <p:nvPr/>
        </p:nvSpPr>
        <p:spPr>
          <a:xfrm xmlns:a="http://schemas.openxmlformats.org/drawingml/2006/main">
            <a:off x="647700" y="366712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우선순위</a:t>
            </a:r>
          </a:p>
        </p:txBody>
      </p:sp>
      <p:sp>
        <p:nvSpPr>
          <p:cNvPr id="19" name="text-88">
            <a:extLst xmlns:a="http://schemas.openxmlformats.org/drawingml/2006/main">
              <a:ext uri="{FF2B5EF4-FFF2-40B4-BE49-F238E27FC236}">
                <a16:creationId xmlns:a16="http://schemas.microsoft.com/office/drawing/2014/main" id="{5F3245FB-2E50-4D94-AFB9-86929CDD80A6}"/>
              </a:ext>
            </a:extLst>
          </p:cNvPr>
          <p:cNvSpPr>
            <a:spLocks xmlns:a="http://schemas.openxmlformats.org/drawingml/2006/main" noGrp="1"/>
          </p:cNvSpPr>
          <p:nvPr/>
        </p:nvSpPr>
        <p:spPr>
          <a:xfrm xmlns:a="http://schemas.openxmlformats.org/drawingml/2006/main">
            <a:off x="647700" y="39528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Tree View 우선 · Node Graph 후순위</a:t>
            </a:r>
          </a:p>
        </p:txBody>
      </p:sp>
      <p:sp>
        <p:nvSpPr>
          <p:cNvPr id="20" name="text-89">
            <a:extLst xmlns:a="http://schemas.openxmlformats.org/drawingml/2006/main">
              <a:ext uri="{FF2B5EF4-FFF2-40B4-BE49-F238E27FC236}">
                <a16:creationId xmlns:a16="http://schemas.microsoft.com/office/drawing/2014/main" id="{5EE6463B-D5F5-4B68-8588-F14757AE4948}"/>
              </a:ext>
            </a:extLst>
          </p:cNvPr>
          <p:cNvSpPr>
            <a:spLocks xmlns:a="http://schemas.openxmlformats.org/drawingml/2006/main" noGrp="1"/>
          </p:cNvSpPr>
          <p:nvPr/>
        </p:nvSpPr>
        <p:spPr>
          <a:xfrm xmlns:a="http://schemas.openxmlformats.org/drawingml/2006/main">
            <a:off x="4629150" y="27717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개발 계획</a:t>
            </a:r>
          </a:p>
        </p:txBody>
      </p:sp>
      <p:sp>
        <p:nvSpPr>
          <p:cNvPr id="21" name="text-90">
            <a:extLst xmlns:a="http://schemas.openxmlformats.org/drawingml/2006/main">
              <a:ext uri="{FF2B5EF4-FFF2-40B4-BE49-F238E27FC236}">
                <a16:creationId xmlns:a16="http://schemas.microsoft.com/office/drawing/2014/main" id="{1C8A629B-B362-4B9F-954C-195A619798C4}"/>
              </a:ext>
            </a:extLst>
          </p:cNvPr>
          <p:cNvSpPr>
            <a:spLocks xmlns:a="http://schemas.openxmlformats.org/drawingml/2006/main" noGrp="1"/>
          </p:cNvSpPr>
          <p:nvPr/>
        </p:nvSpPr>
        <p:spPr>
          <a:xfrm xmlns:a="http://schemas.openxmlformats.org/drawingml/2006/main">
            <a:off x="4629150" y="3048000"/>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계획·MVP 범위 문서로</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구현 범위와 완료 조건 정리</a:t>
            </a:r>
          </a:p>
        </p:txBody>
      </p:sp>
      <p:sp>
        <p:nvSpPr>
          <p:cNvPr id="22" name="text-91">
            <a:extLst xmlns:a="http://schemas.openxmlformats.org/drawingml/2006/main">
              <a:ext uri="{FF2B5EF4-FFF2-40B4-BE49-F238E27FC236}">
                <a16:creationId xmlns:a16="http://schemas.microsoft.com/office/drawing/2014/main" id="{3D94E9B7-4F77-4D15-A505-36CB8A7372C8}"/>
              </a:ext>
            </a:extLst>
          </p:cNvPr>
          <p:cNvSpPr>
            <a:spLocks xmlns:a="http://schemas.openxmlformats.org/drawingml/2006/main" noGrp="1"/>
          </p:cNvSpPr>
          <p:nvPr/>
        </p:nvSpPr>
        <p:spPr>
          <a:xfrm xmlns:a="http://schemas.openxmlformats.org/drawingml/2006/main">
            <a:off x="4629150" y="366712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AI 작업 지침</a:t>
            </a:r>
          </a:p>
        </p:txBody>
      </p:sp>
      <p:sp>
        <p:nvSpPr>
          <p:cNvPr id="23" name="text-92">
            <a:extLst xmlns:a="http://schemas.openxmlformats.org/drawingml/2006/main">
              <a:ext uri="{FF2B5EF4-FFF2-40B4-BE49-F238E27FC236}">
                <a16:creationId xmlns:a16="http://schemas.microsoft.com/office/drawing/2014/main" id="{976E2C4D-9240-47B5-9A6C-57C353DA453A}"/>
              </a:ext>
            </a:extLst>
          </p:cNvPr>
          <p:cNvSpPr>
            <a:spLocks xmlns:a="http://schemas.openxmlformats.org/drawingml/2006/main" noGrp="1"/>
          </p:cNvSpPr>
          <p:nvPr/>
        </p:nvSpPr>
        <p:spPr>
          <a:xfrm xmlns:a="http://schemas.openxmlformats.org/drawingml/2006/main">
            <a:off x="4629150" y="3952875"/>
            <a:ext cx="2933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AGENTS · Codex 초기 지침</a:t>
            </a:r>
          </a:p>
        </p:txBody>
      </p:sp>
      <p:sp>
        <p:nvSpPr>
          <p:cNvPr id="24" name="text-93">
            <a:extLst xmlns:a="http://schemas.openxmlformats.org/drawingml/2006/main">
              <a:ext uri="{FF2B5EF4-FFF2-40B4-BE49-F238E27FC236}">
                <a16:creationId xmlns:a16="http://schemas.microsoft.com/office/drawing/2014/main" id="{B0C63DE1-9C70-456D-9BF4-47AB2ADDEA94}"/>
              </a:ext>
            </a:extLst>
          </p:cNvPr>
          <p:cNvSpPr>
            <a:spLocks xmlns:a="http://schemas.openxmlformats.org/drawingml/2006/main" noGrp="1"/>
          </p:cNvSpPr>
          <p:nvPr/>
        </p:nvSpPr>
        <p:spPr>
          <a:xfrm xmlns:a="http://schemas.openxmlformats.org/drawingml/2006/main">
            <a:off x="8610600" y="2771775"/>
            <a:ext cx="2933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83440"/>
                </a:solidFill>
                <a:latin typeface="Malgun Gothic"/>
                <a:ea typeface="Malgun Gothic"/>
                <a:cs typeface="Malgun Gothic"/>
              </a:defRPr>
            </a:defPPr>
            <a:lvl1pPr>
              <a:defRPr sz="1575" b="1">
                <a:solidFill>
                  <a:srgbClr val="183440"/>
                </a:solidFill>
                <a:latin typeface="Malgun Gothic"/>
                <a:ea typeface="Malgun Gothic"/>
                <a:cs typeface="Malgun Gothic"/>
              </a:defRPr>
            </a:lvl1pPr>
            <a:lvl2pPr>
              <a:defRPr sz="1575" b="1">
                <a:solidFill>
                  <a:srgbClr val="183440"/>
                </a:solidFill>
                <a:latin typeface="Malgun Gothic"/>
                <a:ea typeface="Malgun Gothic"/>
                <a:cs typeface="Malgun Gothic"/>
              </a:defRPr>
            </a:lvl2pPr>
            <a:lvl3pPr>
              <a:defRPr sz="1575" b="1">
                <a:solidFill>
                  <a:srgbClr val="183440"/>
                </a:solidFill>
                <a:latin typeface="Malgun Gothic"/>
                <a:ea typeface="Malgun Gothic"/>
                <a:cs typeface="Malgun Gothic"/>
              </a:defRPr>
            </a:lvl3pPr>
            <a:lvl4pPr>
              <a:defRPr sz="1575" b="1">
                <a:solidFill>
                  <a:srgbClr val="183440"/>
                </a:solidFill>
                <a:latin typeface="Malgun Gothic"/>
                <a:ea typeface="Malgun Gothic"/>
                <a:cs typeface="Malgun Gothic"/>
              </a:defRPr>
            </a:lvl4pPr>
            <a:lvl5pPr>
              <a:defRPr sz="1575" b="1">
                <a:solidFill>
                  <a:srgbClr val="183440"/>
                </a:solidFill>
                <a:latin typeface="Malgun Gothic"/>
                <a:ea typeface="Malgun Gothic"/>
                <a:cs typeface="Malgun Gothic"/>
              </a:defRPr>
            </a:lvl5pPr>
            <a:lvl6pPr>
              <a:defRPr sz="1575" b="1">
                <a:solidFill>
                  <a:srgbClr val="183440"/>
                </a:solidFill>
                <a:latin typeface="Malgun Gothic"/>
                <a:ea typeface="Malgun Gothic"/>
                <a:cs typeface="Malgun Gothic"/>
              </a:defRPr>
            </a:lvl6pPr>
            <a:lvl7pPr>
              <a:defRPr sz="1575" b="1">
                <a:solidFill>
                  <a:srgbClr val="183440"/>
                </a:solidFill>
                <a:latin typeface="Malgun Gothic"/>
                <a:ea typeface="Malgun Gothic"/>
                <a:cs typeface="Malgun Gothic"/>
              </a:defRPr>
            </a:lvl7pPr>
            <a:lvl8pPr>
              <a:defRPr sz="1575" b="1">
                <a:solidFill>
                  <a:srgbClr val="183440"/>
                </a:solidFill>
                <a:latin typeface="Malgun Gothic"/>
                <a:ea typeface="Malgun Gothic"/>
                <a:cs typeface="Malgun Gothic"/>
              </a:defRPr>
            </a:lvl8pPr>
            <a:lvl9pPr>
              <a:defRPr sz="1575" b="1">
                <a:solidFill>
                  <a:srgbClr val="183440"/>
                </a:solidFill>
                <a:latin typeface="Malgun Gothic"/>
                <a:ea typeface="Malgun Gothic"/>
                <a:cs typeface="Malgun Gothic"/>
              </a:defRPr>
            </a:lvl9pPr>
          </a:lstStyle>
          <a:p xmlns:a="http://schemas.openxmlformats.org/drawingml/2006/main">
            <a:pPr>
              <a:defRPr sz="1575" b="1">
                <a:solidFill>
                  <a:srgbClr val="183440"/>
                </a:solidFill>
                <a:latin typeface="Malgun Gothic"/>
                <a:ea typeface="Malgun Gothic"/>
                <a:cs typeface="Malgun Gothic"/>
              </a:defRPr>
            </a:pPr>
            <a:r>
              <a:rPr sz="1575" b="1">
                <a:solidFill>
                  <a:srgbClr val="183440"/>
                </a:solidFill>
                <a:latin typeface="Malgun Gothic"/>
                <a:ea typeface="Malgun Gothic"/>
                <a:cs typeface="Malgun Gothic"/>
              </a:rPr>
              <a:t>플러그인 골격 구현</a:t>
            </a:r>
          </a:p>
        </p:txBody>
      </p:sp>
      <p:sp>
        <p:nvSpPr>
          <p:cNvPr id="25" name="text-94">
            <a:extLst xmlns:a="http://schemas.openxmlformats.org/drawingml/2006/main">
              <a:ext uri="{FF2B5EF4-FFF2-40B4-BE49-F238E27FC236}">
                <a16:creationId xmlns:a16="http://schemas.microsoft.com/office/drawing/2014/main" id="{E0D858BE-ED28-4B9A-B93A-C7EC1AA642A1}"/>
              </a:ext>
            </a:extLst>
          </p:cNvPr>
          <p:cNvSpPr>
            <a:spLocks xmlns:a="http://schemas.openxmlformats.org/drawingml/2006/main" noGrp="1"/>
          </p:cNvSpPr>
          <p:nvPr/>
        </p:nvSpPr>
        <p:spPr>
          <a:xfrm xmlns:a="http://schemas.openxmlformats.org/drawingml/2006/main">
            <a:off x="8610600" y="3152775"/>
            <a:ext cx="2933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플러그인 설정·빌드 구성</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Editor 모듈 생성</a:t>
            </a:r>
          </a:p>
        </p:txBody>
      </p:sp>
      <p:sp>
        <p:nvSpPr>
          <p:cNvPr id="26" name="link-95">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5841A79A-EC37-4FEC-9832-8157042BED38}"/>
              </a:ext>
            </a:extLst>
          </p:cNvPr>
          <p:cNvSpPr>
            <a:spLocks xmlns:a="http://schemas.openxmlformats.org/drawingml/2006/main" noGrp="1"/>
          </p:cNvSpPr>
          <p:nvPr/>
        </p:nvSpPr>
        <p:spPr>
          <a:xfrm xmlns:a="http://schemas.openxmlformats.org/drawingml/2006/main">
            <a:off x="457200" y="43624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초기 MVP 범위 원문 ↗</a:t>
            </a:r>
          </a:p>
        </p:txBody>
      </p:sp>
      <p:sp>
        <p:nvSpPr>
          <p:cNvPr id="27" name="link-96">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B52FCC04-91CC-477C-B0BA-647034D16118}"/>
              </a:ext>
            </a:extLst>
          </p:cNvPr>
          <p:cNvSpPr>
            <a:spLocks xmlns:a="http://schemas.openxmlformats.org/drawingml/2006/main" noGrp="1"/>
          </p:cNvSpPr>
          <p:nvPr/>
        </p:nvSpPr>
        <p:spPr>
          <a:xfrm xmlns:a="http://schemas.openxmlformats.org/drawingml/2006/main">
            <a:off x="4438650" y="43624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계획·초기 지침 커밋 ↗</a:t>
            </a:r>
          </a:p>
        </p:txBody>
      </p:sp>
      <p:sp>
        <p:nvSpPr>
          <p:cNvPr id="28" name="link-97">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65E6C6AA-D6C9-4C44-982D-6D3D0B9EA259}"/>
              </a:ext>
            </a:extLst>
          </p:cNvPr>
          <p:cNvSpPr>
            <a:spLocks xmlns:a="http://schemas.openxmlformats.org/drawingml/2006/main" noGrp="1"/>
          </p:cNvSpPr>
          <p:nvPr/>
        </p:nvSpPr>
        <p:spPr>
          <a:xfrm xmlns:a="http://schemas.openxmlformats.org/drawingml/2006/main">
            <a:off x="8420100" y="43624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골격 구현 커밋 ↗</a:t>
            </a:r>
          </a:p>
        </p:txBody>
      </p:sp>
      <p:sp>
        <p:nvSpPr>
          <p:cNvPr id="29" name="rect-98">
            <a:extLst xmlns:a="http://schemas.openxmlformats.org/drawingml/2006/main">
              <a:ext uri="{FF2B5EF4-FFF2-40B4-BE49-F238E27FC236}">
                <a16:creationId xmlns:a16="http://schemas.microsoft.com/office/drawing/2014/main" id="{E5C53DAD-FC8A-4D1E-9CF5-22433AEE2354}"/>
              </a:ext>
            </a:extLst>
          </p:cNvPr>
          <p:cNvSpPr>
            <a:spLocks xmlns:a="http://schemas.openxmlformats.org/drawingml/2006/main" noGrp="1"/>
          </p:cNvSpPr>
          <p:nvPr/>
        </p:nvSpPr>
        <p:spPr>
          <a:xfrm xmlns:a="http://schemas.openxmlformats.org/drawingml/2006/main">
            <a:off x="457200" y="4781550"/>
            <a:ext cx="11277600" cy="51435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0" name="text-99">
            <a:extLst xmlns:a="http://schemas.openxmlformats.org/drawingml/2006/main">
              <a:ext uri="{FF2B5EF4-FFF2-40B4-BE49-F238E27FC236}">
                <a16:creationId xmlns:a16="http://schemas.microsoft.com/office/drawing/2014/main" id="{E4D722FD-F31A-4D66-98D4-56CB93869F53}"/>
              </a:ext>
            </a:extLst>
          </p:cNvPr>
          <p:cNvSpPr>
            <a:spLocks xmlns:a="http://schemas.openxmlformats.org/drawingml/2006/main" noGrp="1"/>
          </p:cNvSpPr>
          <p:nvPr/>
        </p:nvSpPr>
        <p:spPr>
          <a:xfrm xmlns:a="http://schemas.openxmlformats.org/drawingml/2006/main">
            <a:off x="609600" y="48958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개발 중 보완</a:t>
            </a:r>
          </a:p>
        </p:txBody>
      </p:sp>
      <p:sp>
        <p:nvSpPr>
          <p:cNvPr id="31" name="rect-100">
            <a:extLst xmlns:a="http://schemas.openxmlformats.org/drawingml/2006/main">
              <a:ext uri="{FF2B5EF4-FFF2-40B4-BE49-F238E27FC236}">
                <a16:creationId xmlns:a16="http://schemas.microsoft.com/office/drawing/2014/main" id="{9C470167-0CA3-42F2-85E5-B53BF839C330}"/>
              </a:ext>
            </a:extLst>
          </p:cNvPr>
          <p:cNvSpPr>
            <a:spLocks xmlns:a="http://schemas.openxmlformats.org/drawingml/2006/main" noGrp="1"/>
          </p:cNvSpPr>
          <p:nvPr/>
        </p:nvSpPr>
        <p:spPr>
          <a:xfrm xmlns:a="http://schemas.openxmlformats.org/drawingml/2006/main">
            <a:off x="2152650" y="4886325"/>
            <a:ext cx="9525" cy="30480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2" name="text-101">
            <a:extLst xmlns:a="http://schemas.openxmlformats.org/drawingml/2006/main">
              <a:ext uri="{FF2B5EF4-FFF2-40B4-BE49-F238E27FC236}">
                <a16:creationId xmlns:a16="http://schemas.microsoft.com/office/drawing/2014/main" id="{1A2905F8-2278-41DF-9A83-278E6AB5AABB}"/>
              </a:ext>
            </a:extLst>
          </p:cNvPr>
          <p:cNvSpPr>
            <a:spLocks xmlns:a="http://schemas.openxmlformats.org/drawingml/2006/main" noGrp="1"/>
          </p:cNvSpPr>
          <p:nvPr/>
        </p:nvSpPr>
        <p:spPr>
          <a:xfrm xmlns:a="http://schemas.openxmlformats.org/drawingml/2006/main">
            <a:off x="2343150" y="48958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기능별 계획·검증·문서 갱신 절차 추가</a:t>
            </a:r>
          </a:p>
        </p:txBody>
      </p:sp>
      <p:sp>
        <p:nvSpPr>
          <p:cNvPr id="33" name="link-102">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A1CB6F0D-9B7B-4519-8BB7-EB5167836958}"/>
              </a:ext>
            </a:extLst>
          </p:cNvPr>
          <p:cNvSpPr>
            <a:spLocks xmlns:a="http://schemas.openxmlformats.org/drawingml/2006/main" noGrp="1"/>
          </p:cNvSpPr>
          <p:nvPr/>
        </p:nvSpPr>
        <p:spPr>
          <a:xfrm xmlns:a="http://schemas.openxmlformats.org/drawingml/2006/main">
            <a:off x="9886950" y="4914900"/>
            <a:ext cx="1695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기능 작업 기준 ↗</a:t>
            </a:r>
          </a:p>
        </p:txBody>
      </p:sp>
      <p:sp>
        <p:nvSpPr>
          <p:cNvPr id="34" name="rect-103">
            <a:extLst xmlns:a="http://schemas.openxmlformats.org/drawingml/2006/main">
              <a:ext uri="{FF2B5EF4-FFF2-40B4-BE49-F238E27FC236}">
                <a16:creationId xmlns:a16="http://schemas.microsoft.com/office/drawing/2014/main" id="{99605ACA-EF41-46D2-B411-751B35FD82C0}"/>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5" name="rect-104">
            <a:extLst xmlns:a="http://schemas.openxmlformats.org/drawingml/2006/main">
              <a:ext uri="{FF2B5EF4-FFF2-40B4-BE49-F238E27FC236}">
                <a16:creationId xmlns:a16="http://schemas.microsoft.com/office/drawing/2014/main" id="{C912089C-98C4-4193-AF8E-149E96D06AF9}"/>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36" name="text-105">
            <a:extLst xmlns:a="http://schemas.openxmlformats.org/drawingml/2006/main">
              <a:ext uri="{FF2B5EF4-FFF2-40B4-BE49-F238E27FC236}">
                <a16:creationId xmlns:a16="http://schemas.microsoft.com/office/drawing/2014/main" id="{290FDBA2-94F8-40E4-9C11-6FBF47D94AFF}"/>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7" name="text-106">
            <a:extLst xmlns:a="http://schemas.openxmlformats.org/drawingml/2006/main">
              <a:ext uri="{FF2B5EF4-FFF2-40B4-BE49-F238E27FC236}">
                <a16:creationId xmlns:a16="http://schemas.microsoft.com/office/drawing/2014/main" id="{7FA5F9C8-A122-47CD-B4CE-6EC4D1AAACC4}"/>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구현 전 계획·AGENTS 설정을 먼저 요청</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기능별 계획과 검증 가능한 작업 단위 제시</a:t>
            </a:r>
          </a:p>
        </p:txBody>
      </p:sp>
      <p:sp>
        <p:nvSpPr>
          <p:cNvPr id="38" name="text-107">
            <a:extLst xmlns:a="http://schemas.openxmlformats.org/drawingml/2006/main">
              <a:ext uri="{FF2B5EF4-FFF2-40B4-BE49-F238E27FC236}">
                <a16:creationId xmlns:a16="http://schemas.microsoft.com/office/drawing/2014/main" id="{346C29AE-9339-43C7-A04B-C899B25D204A}"/>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9" name="text-108">
            <a:extLst xmlns:a="http://schemas.openxmlformats.org/drawingml/2006/main">
              <a:ext uri="{FF2B5EF4-FFF2-40B4-BE49-F238E27FC236}">
                <a16:creationId xmlns:a16="http://schemas.microsoft.com/office/drawing/2014/main" id="{0C8FC5EE-70AA-4B5B-84DF-1FACD597ED0A}"/>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계획·초기 지침 문서 작성과 규칙 반영</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요청한 기준에 따라 기능 작업 수행</a:t>
            </a:r>
          </a:p>
        </p:txBody>
      </p:sp>
    </p:spTree>
    <p:extLst>
      <p:ext uri="{BB962C8B-B14F-4D97-AF65-F5344CB8AC3E}">
        <p14:creationId xmlns:p14="http://schemas.microsoft.com/office/powerpoint/2010/main" val="18478337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109">
            <a:extLst xmlns:a="http://schemas.openxmlformats.org/drawingml/2006/main">
              <a:ext uri="{FF2B5EF4-FFF2-40B4-BE49-F238E27FC236}">
                <a16:creationId xmlns:a16="http://schemas.microsoft.com/office/drawing/2014/main" id="{2FAC6C2E-2435-4F63-886D-2EC57E3EE1EB}"/>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110">
            <a:extLst xmlns:a="http://schemas.openxmlformats.org/drawingml/2006/main">
              <a:ext uri="{FF2B5EF4-FFF2-40B4-BE49-F238E27FC236}">
                <a16:creationId xmlns:a16="http://schemas.microsoft.com/office/drawing/2014/main" id="{A0426AF4-B4B0-469A-8224-FFA0832BBB2D}"/>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111">
            <a:extLst xmlns:a="http://schemas.openxmlformats.org/drawingml/2006/main">
              <a:ext uri="{FF2B5EF4-FFF2-40B4-BE49-F238E27FC236}">
                <a16:creationId xmlns:a16="http://schemas.microsoft.com/office/drawing/2014/main" id="{4F62302A-D974-4F0E-8379-661C6B22FA49}"/>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AI 리뷰 활용</a:t>
            </a:r>
          </a:p>
        </p:txBody>
      </p:sp>
      <p:sp>
        <p:nvSpPr>
          <p:cNvPr id="4" name="text-112">
            <a:extLst xmlns:a="http://schemas.openxmlformats.org/drawingml/2006/main">
              <a:ext uri="{FF2B5EF4-FFF2-40B4-BE49-F238E27FC236}">
                <a16:creationId xmlns:a16="http://schemas.microsoft.com/office/drawing/2014/main" id="{283DBA93-AC05-4727-A3C4-233E11A84FBE}"/>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CSV 개발에 활용한 AI 코드 리뷰</a:t>
            </a:r>
          </a:p>
        </p:txBody>
      </p:sp>
      <p:sp>
        <p:nvSpPr>
          <p:cNvPr id="5" name="text-113">
            <a:extLst xmlns:a="http://schemas.openxmlformats.org/drawingml/2006/main">
              <a:ext uri="{FF2B5EF4-FFF2-40B4-BE49-F238E27FC236}">
                <a16:creationId xmlns:a16="http://schemas.microsoft.com/office/drawing/2014/main" id="{2DC49659-8484-41C3-976E-0F5CE484D705}"/>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CSV 저장 기능 구현 후 PR #59에서 Codex 자동 리뷰를 활용했습니다.</a:t>
            </a:r>
          </a:p>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리뷰에서 지적한 사용 조건을 수정에 반영하고, 빌드 확인과 변경 기록으로 연결했습니다.</a:t>
            </a:r>
          </a:p>
        </p:txBody>
      </p:sp>
      <p:sp>
        <p:nvSpPr>
          <p:cNvPr id="6" name="text-114">
            <a:extLst xmlns:a="http://schemas.openxmlformats.org/drawingml/2006/main">
              <a:ext uri="{FF2B5EF4-FFF2-40B4-BE49-F238E27FC236}">
                <a16:creationId xmlns:a16="http://schemas.microsoft.com/office/drawing/2014/main" id="{6217C3A2-CDB7-4AF7-BD93-E3C5358C5319}"/>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15 / 15</a:t>
            </a:r>
          </a:p>
        </p:txBody>
      </p:sp>
      <p:sp>
        <p:nvSpPr>
          <p:cNvPr id="7" name="link-115">
            <a:extLst xmlns:a="http://schemas.openxmlformats.org/drawingml/2006/main">
              <a:ext uri="{FF2B5EF4-FFF2-40B4-BE49-F238E27FC236}">
                <a16:creationId xmlns:a16="http://schemas.microsoft.com/office/drawing/2014/main" id="{FE55A714-37DC-4508-BE42-5E997AC7B334}"/>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116">
            <a:extLst xmlns:a="http://schemas.openxmlformats.org/drawingml/2006/main">
              <a:ext uri="{FF2B5EF4-FFF2-40B4-BE49-F238E27FC236}">
                <a16:creationId xmlns:a16="http://schemas.microsoft.com/office/drawing/2014/main" id="{F49A6186-3DA5-41EC-B3D3-EE28FF2A9D70}"/>
              </a:ext>
            </a:extLst>
          </p:cNvPr>
          <p:cNvSpPr>
            <a:spLocks xmlns:a="http://schemas.openxmlformats.org/drawingml/2006/main" noGrp="1"/>
          </p:cNvSpPr>
          <p:nvPr/>
        </p:nvSpPr>
        <p:spPr>
          <a:xfrm xmlns:a="http://schemas.openxmlformats.org/drawingml/2006/main">
            <a:off x="457200" y="20859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개발에 적용한 리뷰 흐름</a:t>
            </a:r>
          </a:p>
        </p:txBody>
      </p:sp>
      <p:sp>
        <p:nvSpPr>
          <p:cNvPr id="9" name="rect-117">
            <a:extLst xmlns:a="http://schemas.openxmlformats.org/drawingml/2006/main">
              <a:ext uri="{FF2B5EF4-FFF2-40B4-BE49-F238E27FC236}">
                <a16:creationId xmlns:a16="http://schemas.microsoft.com/office/drawing/2014/main" id="{102F3C5D-E141-4F7B-9A57-4BABF3F431D7}"/>
              </a:ext>
            </a:extLst>
          </p:cNvPr>
          <p:cNvSpPr>
            <a:spLocks xmlns:a="http://schemas.openxmlformats.org/drawingml/2006/main" noGrp="1"/>
          </p:cNvSpPr>
          <p:nvPr/>
        </p:nvSpPr>
        <p:spPr>
          <a:xfrm xmlns:a="http://schemas.openxmlformats.org/drawingml/2006/main">
            <a:off x="457200" y="2533650"/>
            <a:ext cx="3505200" cy="10668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0" name="text-118">
            <a:extLst xmlns:a="http://schemas.openxmlformats.org/drawingml/2006/main">
              <a:ext uri="{FF2B5EF4-FFF2-40B4-BE49-F238E27FC236}">
                <a16:creationId xmlns:a16="http://schemas.microsoft.com/office/drawing/2014/main" id="{0C86E08B-296C-415E-9DD7-FB141F177AD4}"/>
              </a:ext>
            </a:extLst>
          </p:cNvPr>
          <p:cNvSpPr>
            <a:spLocks xmlns:a="http://schemas.openxmlformats.org/drawingml/2006/main" noGrp="1"/>
          </p:cNvSpPr>
          <p:nvPr/>
        </p:nvSpPr>
        <p:spPr>
          <a:xfrm xmlns:a="http://schemas.openxmlformats.org/drawingml/2006/main">
            <a:off x="609600" y="262890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01 구현 코드 리뷰</a:t>
            </a:r>
          </a:p>
        </p:txBody>
      </p:sp>
      <p:sp>
        <p:nvSpPr>
          <p:cNvPr id="11" name="text-119">
            <a:extLst xmlns:a="http://schemas.openxmlformats.org/drawingml/2006/main">
              <a:ext uri="{FF2B5EF4-FFF2-40B4-BE49-F238E27FC236}">
                <a16:creationId xmlns:a16="http://schemas.microsoft.com/office/drawing/2014/main" id="{6FED10AC-13EB-4000-A560-0A65C5ED9354}"/>
              </a:ext>
            </a:extLst>
          </p:cNvPr>
          <p:cNvSpPr>
            <a:spLocks xmlns:a="http://schemas.openxmlformats.org/drawingml/2006/main" noGrp="1"/>
          </p:cNvSpPr>
          <p:nvPr/>
        </p:nvSpPr>
        <p:spPr>
          <a:xfrm xmlns:a="http://schemas.openxmlformats.org/drawingml/2006/main">
            <a:off x="609600" y="300990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CSV 저장 기능 PR #59</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Codex 자동 리뷰 실행</a:t>
            </a:r>
          </a:p>
        </p:txBody>
      </p:sp>
      <p:sp>
        <p:nvSpPr>
          <p:cNvPr id="12" name="rect-120">
            <a:extLst xmlns:a="http://schemas.openxmlformats.org/drawingml/2006/main">
              <a:ext uri="{FF2B5EF4-FFF2-40B4-BE49-F238E27FC236}">
                <a16:creationId xmlns:a16="http://schemas.microsoft.com/office/drawing/2014/main" id="{6DA2759E-011B-4F2D-8CD8-1AFE45DD4E9D}"/>
              </a:ext>
            </a:extLst>
          </p:cNvPr>
          <p:cNvSpPr>
            <a:spLocks xmlns:a="http://schemas.openxmlformats.org/drawingml/2006/main" noGrp="1"/>
          </p:cNvSpPr>
          <p:nvPr/>
        </p:nvSpPr>
        <p:spPr>
          <a:xfrm xmlns:a="http://schemas.openxmlformats.org/drawingml/2006/main">
            <a:off x="4343400" y="2533650"/>
            <a:ext cx="3505200" cy="10668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3" name="text-121">
            <a:extLst xmlns:a="http://schemas.openxmlformats.org/drawingml/2006/main">
              <a:ext uri="{FF2B5EF4-FFF2-40B4-BE49-F238E27FC236}">
                <a16:creationId xmlns:a16="http://schemas.microsoft.com/office/drawing/2014/main" id="{34157180-D895-4816-B3B6-24E419520672}"/>
              </a:ext>
            </a:extLst>
          </p:cNvPr>
          <p:cNvSpPr>
            <a:spLocks xmlns:a="http://schemas.openxmlformats.org/drawingml/2006/main" noGrp="1"/>
          </p:cNvSpPr>
          <p:nvPr/>
        </p:nvSpPr>
        <p:spPr>
          <a:xfrm xmlns:a="http://schemas.openxmlformats.org/drawingml/2006/main">
            <a:off x="4495800" y="262890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B45F20"/>
                </a:solidFill>
                <a:latin typeface="Malgun Gothic"/>
                <a:ea typeface="Malgun Gothic"/>
                <a:cs typeface="Malgun Gothic"/>
              </a:defRPr>
            </a:defPPr>
            <a:lvl1pPr>
              <a:defRPr sz="1650" b="1">
                <a:solidFill>
                  <a:srgbClr val="B45F20"/>
                </a:solidFill>
                <a:latin typeface="Malgun Gothic"/>
                <a:ea typeface="Malgun Gothic"/>
                <a:cs typeface="Malgun Gothic"/>
              </a:defRPr>
            </a:lvl1pPr>
            <a:lvl2pPr>
              <a:defRPr sz="1650" b="1">
                <a:solidFill>
                  <a:srgbClr val="B45F20"/>
                </a:solidFill>
                <a:latin typeface="Malgun Gothic"/>
                <a:ea typeface="Malgun Gothic"/>
                <a:cs typeface="Malgun Gothic"/>
              </a:defRPr>
            </a:lvl2pPr>
            <a:lvl3pPr>
              <a:defRPr sz="1650" b="1">
                <a:solidFill>
                  <a:srgbClr val="B45F20"/>
                </a:solidFill>
                <a:latin typeface="Malgun Gothic"/>
                <a:ea typeface="Malgun Gothic"/>
                <a:cs typeface="Malgun Gothic"/>
              </a:defRPr>
            </a:lvl3pPr>
            <a:lvl4pPr>
              <a:defRPr sz="1650" b="1">
                <a:solidFill>
                  <a:srgbClr val="B45F20"/>
                </a:solidFill>
                <a:latin typeface="Malgun Gothic"/>
                <a:ea typeface="Malgun Gothic"/>
                <a:cs typeface="Malgun Gothic"/>
              </a:defRPr>
            </a:lvl4pPr>
            <a:lvl5pPr>
              <a:defRPr sz="1650" b="1">
                <a:solidFill>
                  <a:srgbClr val="B45F20"/>
                </a:solidFill>
                <a:latin typeface="Malgun Gothic"/>
                <a:ea typeface="Malgun Gothic"/>
                <a:cs typeface="Malgun Gothic"/>
              </a:defRPr>
            </a:lvl5pPr>
            <a:lvl6pPr>
              <a:defRPr sz="1650" b="1">
                <a:solidFill>
                  <a:srgbClr val="B45F20"/>
                </a:solidFill>
                <a:latin typeface="Malgun Gothic"/>
                <a:ea typeface="Malgun Gothic"/>
                <a:cs typeface="Malgun Gothic"/>
              </a:defRPr>
            </a:lvl6pPr>
            <a:lvl7pPr>
              <a:defRPr sz="1650" b="1">
                <a:solidFill>
                  <a:srgbClr val="B45F20"/>
                </a:solidFill>
                <a:latin typeface="Malgun Gothic"/>
                <a:ea typeface="Malgun Gothic"/>
                <a:cs typeface="Malgun Gothic"/>
              </a:defRPr>
            </a:lvl7pPr>
            <a:lvl8pPr>
              <a:defRPr sz="1650" b="1">
                <a:solidFill>
                  <a:srgbClr val="B45F20"/>
                </a:solidFill>
                <a:latin typeface="Malgun Gothic"/>
                <a:ea typeface="Malgun Gothic"/>
                <a:cs typeface="Malgun Gothic"/>
              </a:defRPr>
            </a:lvl8pPr>
            <a:lvl9pPr>
              <a:defRPr sz="1650" b="1">
                <a:solidFill>
                  <a:srgbClr val="B45F20"/>
                </a:solidFill>
                <a:latin typeface="Malgun Gothic"/>
                <a:ea typeface="Malgun Gothic"/>
                <a:cs typeface="Malgun Gothic"/>
              </a:defRPr>
            </a:lvl9pPr>
          </a:lstStyle>
          <a:p xmlns:a="http://schemas.openxmlformats.org/drawingml/2006/main">
            <a:pP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02 지적 내용 검토</a:t>
            </a:r>
          </a:p>
        </p:txBody>
      </p:sp>
      <p:sp>
        <p:nvSpPr>
          <p:cNvPr id="14" name="text-122">
            <a:extLst xmlns:a="http://schemas.openxmlformats.org/drawingml/2006/main">
              <a:ext uri="{FF2B5EF4-FFF2-40B4-BE49-F238E27FC236}">
                <a16:creationId xmlns:a16="http://schemas.microsoft.com/office/drawing/2014/main" id="{36AE1E65-CF7E-4AD1-8197-653D3340A755}"/>
              </a:ext>
            </a:extLst>
          </p:cNvPr>
          <p:cNvSpPr>
            <a:spLocks xmlns:a="http://schemas.openxmlformats.org/drawingml/2006/main" noGrp="1"/>
          </p:cNvSpPr>
          <p:nvPr/>
        </p:nvSpPr>
        <p:spPr>
          <a:xfrm xmlns:a="http://schemas.openxmlformats.org/drawingml/2006/main">
            <a:off x="4495800" y="300990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리뷰가 지적한 사용 조건과</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관련 저장 코드 검토</a:t>
            </a:r>
          </a:p>
        </p:txBody>
      </p:sp>
      <p:sp>
        <p:nvSpPr>
          <p:cNvPr id="15" name="rect-123">
            <a:extLst xmlns:a="http://schemas.openxmlformats.org/drawingml/2006/main">
              <a:ext uri="{FF2B5EF4-FFF2-40B4-BE49-F238E27FC236}">
                <a16:creationId xmlns:a16="http://schemas.microsoft.com/office/drawing/2014/main" id="{916DBD56-5372-45BE-9964-85BB4882F0A0}"/>
              </a:ext>
            </a:extLst>
          </p:cNvPr>
          <p:cNvSpPr>
            <a:spLocks xmlns:a="http://schemas.openxmlformats.org/drawingml/2006/main" noGrp="1"/>
          </p:cNvSpPr>
          <p:nvPr/>
        </p:nvSpPr>
        <p:spPr>
          <a:xfrm xmlns:a="http://schemas.openxmlformats.org/drawingml/2006/main">
            <a:off x="8229600" y="2533650"/>
            <a:ext cx="3505200" cy="10668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6" name="text-124">
            <a:extLst xmlns:a="http://schemas.openxmlformats.org/drawingml/2006/main">
              <a:ext uri="{FF2B5EF4-FFF2-40B4-BE49-F238E27FC236}">
                <a16:creationId xmlns:a16="http://schemas.microsoft.com/office/drawing/2014/main" id="{65FC5441-95B2-460C-9E67-AF464DB94BE3}"/>
              </a:ext>
            </a:extLst>
          </p:cNvPr>
          <p:cNvSpPr>
            <a:spLocks xmlns:a="http://schemas.openxmlformats.org/drawingml/2006/main" noGrp="1"/>
          </p:cNvSpPr>
          <p:nvPr/>
        </p:nvSpPr>
        <p:spPr>
          <a:xfrm xmlns:a="http://schemas.openxmlformats.org/drawingml/2006/main">
            <a:off x="8382000" y="262890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03 코드 수정·빌드 확인</a:t>
            </a:r>
          </a:p>
        </p:txBody>
      </p:sp>
      <p:sp>
        <p:nvSpPr>
          <p:cNvPr id="17" name="text-125">
            <a:extLst xmlns:a="http://schemas.openxmlformats.org/drawingml/2006/main">
              <a:ext uri="{FF2B5EF4-FFF2-40B4-BE49-F238E27FC236}">
                <a16:creationId xmlns:a16="http://schemas.microsoft.com/office/drawing/2014/main" id="{C7F7D460-E6AE-49E5-9D47-09A38052DB6B}"/>
              </a:ext>
            </a:extLst>
          </p:cNvPr>
          <p:cNvSpPr>
            <a:spLocks xmlns:a="http://schemas.openxmlformats.org/drawingml/2006/main" noGrp="1"/>
          </p:cNvSpPr>
          <p:nvPr/>
        </p:nvSpPr>
        <p:spPr>
          <a:xfrm xmlns:a="http://schemas.openxmlformats.org/drawingml/2006/main">
            <a:off x="8382000" y="300990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지적 사항 수정 반영·빌드 확인</a:t>
            </a:r>
          </a:p>
          <a:p xmlns:a="http://schemas.openxmlformats.org/drawingml/2006/main">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변경 내용과 리뷰 대응 기록</a:t>
            </a:r>
          </a:p>
        </p:txBody>
      </p:sp>
      <p:sp>
        <p:nvSpPr>
          <p:cNvPr id="18" name="arrow-126">
            <a:extLst xmlns:a="http://schemas.openxmlformats.org/drawingml/2006/main">
              <a:ext uri="{FF2B5EF4-FFF2-40B4-BE49-F238E27FC236}">
                <a16:creationId xmlns:a16="http://schemas.microsoft.com/office/drawing/2014/main" id="{1E977A66-EE31-462C-8A69-5BFE602B8280}"/>
              </a:ext>
            </a:extLst>
          </p:cNvPr>
          <p:cNvSpPr>
            <a:spLocks xmlns:a="http://schemas.openxmlformats.org/drawingml/2006/main" noGrp="1"/>
          </p:cNvSpPr>
          <p:nvPr/>
        </p:nvSpPr>
        <p:spPr>
          <a:xfrm xmlns:a="http://schemas.openxmlformats.org/drawingml/2006/main">
            <a:off x="4057650" y="2990850"/>
            <a:ext cx="1905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9" name="arrow-127">
            <a:extLst xmlns:a="http://schemas.openxmlformats.org/drawingml/2006/main">
              <a:ext uri="{FF2B5EF4-FFF2-40B4-BE49-F238E27FC236}">
                <a16:creationId xmlns:a16="http://schemas.microsoft.com/office/drawing/2014/main" id="{C13AD737-5625-4A48-9698-4B171B14330E}"/>
              </a:ext>
            </a:extLst>
          </p:cNvPr>
          <p:cNvSpPr>
            <a:spLocks xmlns:a="http://schemas.openxmlformats.org/drawingml/2006/main" noGrp="1"/>
          </p:cNvSpPr>
          <p:nvPr/>
        </p:nvSpPr>
        <p:spPr>
          <a:xfrm xmlns:a="http://schemas.openxmlformats.org/drawingml/2006/main">
            <a:off x="7943850" y="2990850"/>
            <a:ext cx="1905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0" name="text-128">
            <a:extLst xmlns:a="http://schemas.openxmlformats.org/drawingml/2006/main">
              <a:ext uri="{FF2B5EF4-FFF2-40B4-BE49-F238E27FC236}">
                <a16:creationId xmlns:a16="http://schemas.microsoft.com/office/drawing/2014/main" id="{13194DC2-4653-4540-9922-D5950306E151}"/>
              </a:ext>
            </a:extLst>
          </p:cNvPr>
          <p:cNvSpPr>
            <a:spLocks xmlns:a="http://schemas.openxmlformats.org/drawingml/2006/main" noGrp="1"/>
          </p:cNvSpPr>
          <p:nvPr/>
        </p:nvSpPr>
        <p:spPr>
          <a:xfrm xmlns:a="http://schemas.openxmlformats.org/drawingml/2006/main">
            <a:off x="457200" y="3714750"/>
            <a:ext cx="11277600" cy="276225"/>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575" b="1">
                <ns2:solidFill>
                  <ns2:srgbClr val="183440"/>
                </ns2:solidFill>
                <ns2:latin typeface="Malgun Gothic"/>
                <ns2:ea typeface="Malgun Gothic"/>
                <ns2:cs typeface="Malgun Gothic"/>
              </ns2:rPr>
              <ns2:t>적용 사례 | 재분석 없이 방향을 바꿀 때 CSV 모드 불일치</ns2:t>
            </ns2:r>
          </ns2:p>
        </p:txBody>
      </p:sp>
      <p:graphicFrame>
        <p:nvGraphicFramePr>
          <p:cNvPr id="21" name="">
            <a:extLst xmlns:a="http://schemas.openxmlformats.org/drawingml/2006/main">
              <a:ext uri="{FF2B5EF4-FFF2-40B4-BE49-F238E27FC236}">
                <a16:creationId xmlns:a16="http://schemas.microsoft.com/office/drawing/2014/main" id="{F1FBCE5B-12D9-4B61-896B-E1EBBB2CAAB9}"/>
              </a:ext>
            </a:extLst>
          </p:cNvPr>
          <p:cNvGraphicFramePr/>
          <p:nvPr/>
        </p:nvGraphicFramePr>
        <p:xfrm>
          <a:off xmlns:a="http://schemas.openxmlformats.org/drawingml/2006/main" x="457200" y="4057650"/>
          <a:ext xmlns:a="http://schemas.openxmlformats.org/drawingml/2006/main" cx="11277600" cy="1295400"/>
        </p:xfrm>
        <a:graphic xmlns:a="http://schemas.openxmlformats.org/drawingml/2006/main">
          <a:graphicData uri="http://schemas.openxmlformats.org/drawingml/2006/table">
            <a:tbl>
              <a:tblPr/>
              <a:tblGrid>
                <a:gridCol w="1714500"/>
                <a:gridCol w="9563100"/>
              </a:tblGrid>
              <a:tr h="419100">
                <a:tc>
                  <a:txBody>
                    <a:bodyPr/>
                    <a:lstStyle/>
                    <a:p>
                      <a:r>
                        <a:rPr sz="1350" b="1">
                          <a:solidFill>
                            <a:srgbClr val="B45F20"/>
                          </a:solidFill>
                          <a:latin typeface="Malgun Gothic"/>
                          <a:ea typeface="Malgun Gothic"/>
                          <a:cs typeface="Malgun Gothic"/>
                        </a:rPr>
                        <a:t>발견한 오류</a:t>
                      </a:r>
                    </a:p>
                  </a:txBody>
                  <a:tcPr marL="114300" marR="95250" marT="19050" marB="190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F3F4F5"/>
                    </a:solidFill>
                  </a:tcPr>
                </a:tc>
                <a:tc>
                  <a:txBody>
                    <a:bodyPr anchor="ctr" wrap="square" lIns="95250" rIns="95250" tIns="0" bIns="0"/>
                    <a:lstStyle/>
                    <a:p>
                      <a:pPr algn="l">
                        <a:lnSpc>
                          <a:spcPct val="100000"/>
                        </a:lnSpc>
                      </a:pPr>
                      <a:r>
                        <a:rPr sz="1350" b="0">
                          <a:solidFill>
                            <a:srgbClr val="183440"/>
                          </a:solidFill>
                          <a:latin typeface="Malgun Gothic"/>
                          <a:ea typeface="Malgun Gothic"/>
                          <a:cs typeface="Malgun Gothic"/>
                        </a:rPr>
                        <a:t>재분석 없이 방향 버튼만 바꾸면, 화면의 결과는 그대로인데</a:t>
                      </a:r>
                    </a:p>
                    <a:p>
                      <a:pPr algn="l">
                        <a:lnSpc>
                          <a:spcPct val="100000"/>
                        </a:lnSpc>
                      </a:pPr>
                      <a:r>
                        <a:rPr sz="1350" b="0">
                          <a:solidFill>
                            <a:srgbClr val="183440"/>
                          </a:solidFill>
                          <a:latin typeface="Malgun Gothic"/>
                          <a:ea typeface="Malgun Gothic"/>
                          <a:cs typeface="Malgun Gothic"/>
                        </a:rPr>
                        <a:t>CSV의 분석 모드만 바뀌었습니다.</a:t>
                      </a:r>
                    </a:p>
                  </a:txBody>
                  <a:tcPr marL="114300" marR="9525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FFFFFF"/>
                    </a:solidFill>
                  </a:tcPr>
                </a:tc>
              </a:tr>
              <a:tr h="419100">
                <a:tc>
                  <a:txBody>
                    <a:bodyPr/>
                    <a:lstStyle/>
                    <a:p>
                      <a:r>
                        <a:rPr sz="1350" b="1">
                          <a:solidFill>
                            <a:srgbClr val="008D98"/>
                          </a:solidFill>
                          <a:latin typeface="Malgun Gothic"/>
                          <a:ea typeface="Malgun Gothic"/>
                          <a:cs typeface="Malgun Gothic"/>
                        </a:rPr>
                        <a:t>반영한 수정</a:t>
                      </a:r>
                    </a:p>
                  </a:txBody>
                  <a:tcPr marL="114300" marR="9525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3F4F5"/>
                    </a:solidFill>
                  </a:tcPr>
                </a:tc>
                <a:tc>
                  <a:txBody>
                    <a:bodyPr anchor="ctr" wrap="square" lIns="95250" rIns="95250" tIns="0" bIns="0"/>
                    <a:lstStyle/>
                    <a:p>
                      <a:pPr algn="l">
                        <a:lnSpc>
                          <a:spcPct val="100000"/>
                        </a:lnSpc>
                      </a:pPr>
                      <a:r>
                        <a:rPr sz="1350" b="0">
                          <a:solidFill>
                            <a:srgbClr val="183440"/>
                          </a:solidFill>
                          <a:latin typeface="Malgun Gothic"/>
                          <a:ea typeface="Malgun Gothic"/>
                          <a:cs typeface="Malgun Gothic"/>
                        </a:rPr>
                        <a:t>현재 버튼 선택값 대신, 화면의 결과를 생성할 때 사용한</a:t>
                      </a:r>
                    </a:p>
                    <a:p>
                      <a:pPr algn="l">
                        <a:lnSpc>
                          <a:spcPct val="100000"/>
                        </a:lnSpc>
                      </a:pPr>
                      <a:r>
                        <a:rPr sz="1350" b="0">
                          <a:solidFill>
                            <a:srgbClr val="183440"/>
                          </a:solidFill>
                          <a:latin typeface="Malgun Gothic"/>
                          <a:ea typeface="Malgun Gothic"/>
                          <a:cs typeface="Malgun Gothic"/>
                        </a:rPr>
                        <a:t>분석 모드를 저장합니다.</a:t>
                      </a:r>
                    </a:p>
                  </a:txBody>
                  <a:tcPr marL="114300" marR="95250" marT="19050" marB="19050" anchor="ctr">
                    <a:lnR w="6668">
                      <a:solidFill>
                        <a:srgbClr val="CBDDE1"/>
                      </a:solidFill>
                      <a:prstDash val="solid"/>
                    </a:lnR>
                    <a:lnB w="6668">
                      <a:solidFill>
                        <a:srgbClr val="CBDDE1"/>
                      </a:solidFill>
                      <a:prstDash val="solid"/>
                    </a:lnB>
                    <a:solidFill>
                      <a:srgbClr val="FFFFFF"/>
                    </a:solidFill>
                  </a:tcPr>
                </a:tc>
              </a:tr>
              <a:tr h="457200">
                <a:tc>
                  <a:txBody>
                    <a:bodyPr/>
                    <a:lstStyle/>
                    <a:p>
                      <a:r>
                        <a:rPr sz="1350" b="1">
                          <a:solidFill>
                            <a:srgbClr val="008D98"/>
                          </a:solidFill>
                          <a:latin typeface="Malgun Gothic"/>
                          <a:ea typeface="Malgun Gothic"/>
                          <a:cs typeface="Malgun Gothic"/>
                        </a:rPr>
                        <a:t>추가 QA</a:t>
                      </a:r>
                    </a:p>
                  </a:txBody>
                  <a:tcPr marL="114300" marR="9525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3F4F5"/>
                    </a:solidFill>
                  </a:tcPr>
                </a:tc>
                <a:tc>
                  <a:txBody>
                    <a:bodyPr anchor="ctr" wrap="square" lIns="95250" rIns="95250" tIns="0" bIns="0"/>
                    <a:lstStyle/>
                    <a:p>
                      <a:pPr algn="l">
                        <a:lnSpc>
                          <a:spcPct val="100000"/>
                        </a:lnSpc>
                      </a:pPr>
                      <a:r>
                        <a:rPr sz="1350" b="0">
                          <a:solidFill>
                            <a:srgbClr val="183440"/>
                          </a:solidFill>
                          <a:latin typeface="Malgun Gothic"/>
                          <a:ea typeface="Malgun Gothic"/>
                          <a:cs typeface="Malgun Gothic"/>
                        </a:rPr>
                        <a:t>방향 버튼만 변경 → 기존 결과와 CSV 유지</a:t>
                      </a:r>
                    </a:p>
                    <a:p>
                      <a:pPr algn="l">
                        <a:lnSpc>
                          <a:spcPct val="100000"/>
                        </a:lnSpc>
                      </a:pPr>
                      <a:r>
                        <a:rPr sz="1350" b="0">
                          <a:solidFill>
                            <a:srgbClr val="183440"/>
                          </a:solidFill>
                          <a:latin typeface="Malgun Gothic"/>
                          <a:ea typeface="Malgun Gothic"/>
                          <a:cs typeface="Malgun Gothic"/>
                        </a:rPr>
                        <a:t>다시 분석 → 화면 결과와 CSV 모드 함께 갱신 (2026.10.21)</a:t>
                      </a:r>
                    </a:p>
                  </a:txBody>
                  <a:tcPr marL="114300" marR="95250" marT="19050" marB="190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22" name="link-129">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68C00186-041E-49AA-8801-A38BCE93060F}"/>
              </a:ext>
            </a:extLst>
          </p:cNvPr>
          <p:cNvSpPr>
            <a:spLocks xmlns:a="http://schemas.openxmlformats.org/drawingml/2006/main" noGrp="1"/>
          </p:cNvSpPr>
          <p:nvPr/>
        </p:nvSpPr>
        <p:spPr>
          <a:xfrm xmlns:a="http://schemas.openxmlformats.org/drawingml/2006/main">
            <a:off x="457200" y="546735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자동 리뷰 원문 ↗</a:t>
            </a:r>
          </a:p>
        </p:txBody>
      </p:sp>
      <p:sp>
        <p:nvSpPr>
          <p:cNvPr id="23" name="link-130">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9C077A87-A3DF-4C5D-BD74-54F9EFA02904}"/>
              </a:ext>
            </a:extLst>
          </p:cNvPr>
          <p:cNvSpPr>
            <a:spLocks xmlns:a="http://schemas.openxmlformats.org/drawingml/2006/main" noGrp="1"/>
          </p:cNvSpPr>
          <p:nvPr/>
        </p:nvSpPr>
        <p:spPr>
          <a:xfrm xmlns:a="http://schemas.openxmlformats.org/drawingml/2006/main">
            <a:off x="3333750" y="546735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수정 코드 ↗</a:t>
            </a:r>
          </a:p>
        </p:txBody>
      </p:sp>
      <p:sp>
        <p:nvSpPr>
          <p:cNvPr id="24" name="link-131">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518B56F2-37B7-4E57-A784-6650AF5BC08F}"/>
              </a:ext>
            </a:extLst>
          </p:cNvPr>
          <p:cNvSpPr>
            <a:spLocks xmlns:a="http://schemas.openxmlformats.org/drawingml/2006/main" noGrp="1"/>
          </p:cNvSpPr>
          <p:nvPr/>
        </p:nvSpPr>
        <p:spPr>
          <a:xfrm xmlns:a="http://schemas.openxmlformats.org/drawingml/2006/main">
            <a:off x="6210300" y="546735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추가 QA·원본 CSV ↗</a:t>
            </a:r>
          </a:p>
        </p:txBody>
      </p:sp>
      <p:sp>
        <p:nvSpPr>
          <p:cNvPr id="25" name="link-132">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BA3C6AE2-137D-4673-B55A-BDBDB9ADC772}"/>
              </a:ext>
            </a:extLst>
          </p:cNvPr>
          <p:cNvSpPr>
            <a:spLocks xmlns:a="http://schemas.openxmlformats.org/drawingml/2006/main" noGrp="1"/>
          </p:cNvSpPr>
          <p:nvPr/>
        </p:nvSpPr>
        <p:spPr>
          <a:xfrm xmlns:a="http://schemas.openxmlformats.org/drawingml/2006/main">
            <a:off x="9086850" y="546735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문서 운영 기준 ↗</a:t>
            </a:r>
          </a:p>
        </p:txBody>
      </p:sp>
      <p:sp>
        <p:nvSpPr>
          <p:cNvPr id="26" name="rect-133">
            <a:extLst xmlns:a="http://schemas.openxmlformats.org/drawingml/2006/main">
              <a:ext uri="{FF2B5EF4-FFF2-40B4-BE49-F238E27FC236}">
                <a16:creationId xmlns:a16="http://schemas.microsoft.com/office/drawing/2014/main" id="{EDE70592-48E6-4D74-948E-73C765662F34}"/>
              </a:ext>
            </a:extLst>
          </p:cNvPr>
          <p:cNvSpPr>
            <a:spLocks xmlns:a="http://schemas.openxmlformats.org/drawingml/2006/main" noGrp="1"/>
          </p:cNvSpPr>
          <p:nvPr/>
        </p:nvSpPr>
        <p:spPr>
          <a:xfrm xmlns:a="http://schemas.openxmlformats.org/drawingml/2006/main">
            <a:off x="0" y="5791200"/>
            <a:ext cx="12192000" cy="10668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7" name="rect-134">
            <a:extLst xmlns:a="http://schemas.openxmlformats.org/drawingml/2006/main">
              <a:ext uri="{FF2B5EF4-FFF2-40B4-BE49-F238E27FC236}">
                <a16:creationId xmlns:a16="http://schemas.microsoft.com/office/drawing/2014/main" id="{27E5BBFE-BA79-4C7F-8EE6-B6C05A3AD5D3}"/>
              </a:ext>
            </a:extLst>
          </p:cNvPr>
          <p:cNvSpPr>
            <a:spLocks xmlns:a="http://schemas.openxmlformats.org/drawingml/2006/main" noGrp="1"/>
          </p:cNvSpPr>
          <p:nvPr/>
        </p:nvSpPr>
        <p:spPr>
          <a:xfrm xmlns:a="http://schemas.openxmlformats.org/drawingml/2006/main">
            <a:off x="6057900" y="5905500"/>
            <a:ext cx="9525" cy="600075"/>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28" name="text-135">
            <a:extLst xmlns:a="http://schemas.openxmlformats.org/drawingml/2006/main">
              <a:ext uri="{FF2B5EF4-FFF2-40B4-BE49-F238E27FC236}">
                <a16:creationId xmlns:a16="http://schemas.microsoft.com/office/drawing/2014/main" id="{1864F9BE-3B3C-4F62-B8B0-E382F7F84CCF}"/>
              </a:ext>
            </a:extLst>
          </p:cNvPr>
          <p:cNvSpPr>
            <a:spLocks xmlns:a="http://schemas.openxmlformats.org/drawingml/2006/main" noGrp="1"/>
          </p:cNvSpPr>
          <p:nvPr/>
        </p:nvSpPr>
        <p:spPr>
          <a:xfrm xmlns:a="http://schemas.openxmlformats.org/drawingml/2006/main">
            <a:off x="457200" y="58102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29" name="text-136">
            <a:extLst xmlns:a="http://schemas.openxmlformats.org/drawingml/2006/main">
              <a:ext uri="{FF2B5EF4-FFF2-40B4-BE49-F238E27FC236}">
                <a16:creationId xmlns:a16="http://schemas.microsoft.com/office/drawing/2014/main" id="{4D01C2DC-328D-479D-8CD7-DB722F73C55E}"/>
              </a:ext>
            </a:extLst>
          </p:cNvPr>
          <p:cNvSpPr>
            <a:spLocks xmlns:a="http://schemas.openxmlformats.org/drawingml/2006/main" noGrp="1"/>
          </p:cNvSpPr>
          <p:nvPr/>
        </p:nvSpPr>
        <p:spPr>
          <a:xfrm xmlns:a="http://schemas.openxmlformats.org/drawingml/2006/main">
            <a:off x="457200" y="61341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리뷰 범위 확인·Live Coding 해제 등 환경 대응</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수정 후 커밋·리뷰 대응 절차 진행</a:t>
            </a:r>
          </a:p>
        </p:txBody>
      </p:sp>
      <p:sp>
        <p:nvSpPr>
          <p:cNvPr id="30" name="text-137">
            <a:extLst xmlns:a="http://schemas.openxmlformats.org/drawingml/2006/main">
              <a:ext uri="{FF2B5EF4-FFF2-40B4-BE49-F238E27FC236}">
                <a16:creationId xmlns:a16="http://schemas.microsoft.com/office/drawing/2014/main" id="{C64FEA7E-A119-4254-B541-31A52E24443B}"/>
              </a:ext>
            </a:extLst>
          </p:cNvPr>
          <p:cNvSpPr>
            <a:spLocks xmlns:a="http://schemas.openxmlformats.org/drawingml/2006/main" noGrp="1"/>
          </p:cNvSpPr>
          <p:nvPr/>
        </p:nvSpPr>
        <p:spPr>
          <a:xfrm xmlns:a="http://schemas.openxmlformats.org/drawingml/2006/main">
            <a:off x="6324600" y="58102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1" name="text-138">
            <a:extLst xmlns:a="http://schemas.openxmlformats.org/drawingml/2006/main">
              <a:ext uri="{FF2B5EF4-FFF2-40B4-BE49-F238E27FC236}">
                <a16:creationId xmlns:a16="http://schemas.microsoft.com/office/drawing/2014/main" id="{E967DD0D-0966-44F0-A688-5426664CD58F}"/>
              </a:ext>
            </a:extLst>
          </p:cNvPr>
          <p:cNvSpPr>
            <a:spLocks xmlns:a="http://schemas.openxmlformats.org/drawingml/2006/main" noGrp="1"/>
          </p:cNvSpPr>
          <p:nvPr/>
        </p:nvSpPr>
        <p:spPr>
          <a:xfrm xmlns:a="http://schemas.openxmlformats.org/drawingml/2006/main">
            <a:off x="6324600" y="6134100"/>
            <a:ext cx="541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자동 리뷰로 결함 발견·CSV 모드 수정·빌드</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리뷰 대응과 계획·검증 기록 정리</a:t>
            </a:r>
          </a:p>
        </p:txBody>
      </p:sp>
      <p:sp>
        <p:nvSpPr>
          <p:cNvPr id="32" name="text-139">
            <a:extLst xmlns:a="http://schemas.openxmlformats.org/drawingml/2006/main">
              <a:ext uri="{FF2B5EF4-FFF2-40B4-BE49-F238E27FC236}">
                <a16:creationId xmlns:a16="http://schemas.microsoft.com/office/drawing/2014/main" id="{8E717CC0-2263-45F3-8473-080F3AEC979E}"/>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개발 당시: 수정 코드 빌드 확인 · 추가 QA: Codex 실행 / 별도 Data Asset · 과거 전체 빌드 비교 아님</a:t>
            </a:r>
          </a:p>
        </p:txBody>
      </p:sp>
      <p:sp>
        <p:nvSpPr>
          <p:cNvPr id="9000" name="검증 상세 ↗">
            <a:extLst xmlns:a="http://schemas.openxmlformats.org/drawingml/2006/main">
              <a:ext uri="{FF2B5EF4-FFF2-40B4-BE49-F238E27FC236}">
                <a16:creationId xmlns:a16="http://schemas.microsoft.com/office/drawing/2014/main" id="{FE55A714-37DC-4508-BE42-5E997AC7B334}"/>
              </a:ext>
            </a:extLst>
            <ns3:hlinkClick xmlns:ns3="http://schemas.openxmlformats.org/drawingml/2006/main" xmlns:ns4="http://schemas.openxmlformats.org/officeDocument/2006/relationships" ns4:id="rIdFullReview0"/>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008B98"/>
                </ns2:solidFill>
                <ns2:latin typeface="Malgun Gothic"/>
                <ns2:ea typeface="Malgun Gothic"/>
                <ns2:cs typeface="Malgun Gothic"/>
              </ns2:rPr>
              <ns2:t>검증 상세 ↗</ns2:t>
            </ns2:r>
          </ns2:p>
        </p:txBody>
      </p:sp>
      <p:sp>
        <p:nvSpPr>
          <p:cNvPr id="9001" name="모드 전환 영상 ↗">
            <a:extLst xmlns:a="http://schemas.openxmlformats.org/drawingml/2006/main">
              <a:ext uri="{FF2B5EF4-FFF2-40B4-BE49-F238E27FC236}">
                <a16:creationId xmlns:a16="http://schemas.microsoft.com/office/drawing/2014/main" id="{FE55A714-37DC-4508-BE42-5E997AC7B334}"/>
              </a:ext>
            </a:extLst>
            <ns3:hlinkClick xmlns:ns3="http://schemas.openxmlformats.org/drawingml/2006/main" xmlns:ns4="http://schemas.openxmlformats.org/officeDocument/2006/relationships" ns4:id="rIdFullReview1"/>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B65E18"/>
                </ns2:solidFill>
                <ns2:latin typeface="Malgun Gothic"/>
                <ns2:ea typeface="Malgun Gothic"/>
                <ns2:cs typeface="Malgun Gothic"/>
              </ns2:rPr>
              <ns2:t>모드 전환 영상 ↗</ns2:t>
            </ns2:r>
          </ns2:p>
        </p:txBody>
      </p:sp>
    </p:spTree>
    <p:extLst>
      <p:ext uri="{BB962C8B-B14F-4D97-AF65-F5344CB8AC3E}">
        <p14:creationId xmlns:p14="http://schemas.microsoft.com/office/powerpoint/2010/main" val="944809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rect-140">
            <a:extLst xmlns:a="http://schemas.openxmlformats.org/drawingml/2006/main">
              <a:ext uri="{FF2B5EF4-FFF2-40B4-BE49-F238E27FC236}">
                <a16:creationId xmlns:a16="http://schemas.microsoft.com/office/drawing/2014/main" id="{7C14A857-9BF5-419E-B35F-48F672CAD23A}"/>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141">
            <a:extLst xmlns:a="http://schemas.openxmlformats.org/drawingml/2006/main">
              <a:ext uri="{FF2B5EF4-FFF2-40B4-BE49-F238E27FC236}">
                <a16:creationId xmlns:a16="http://schemas.microsoft.com/office/drawing/2014/main" id="{7225DD5B-4814-4A94-B2A3-B57625F7B45E}"/>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142">
            <a:extLst xmlns:a="http://schemas.openxmlformats.org/drawingml/2006/main">
              <a:ext uri="{FF2B5EF4-FFF2-40B4-BE49-F238E27FC236}">
                <a16:creationId xmlns:a16="http://schemas.microsoft.com/office/drawing/2014/main" id="{D7253E32-1BC4-4FE2-8C21-F23DE7DEE059}"/>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전체 처리 흐름</a:t>
            </a:r>
          </a:p>
        </p:txBody>
      </p:sp>
      <p:sp>
        <p:nvSpPr>
          <p:cNvPr id="4" name="text-143">
            <a:extLst xmlns:a="http://schemas.openxmlformats.org/drawingml/2006/main">
              <a:ext uri="{FF2B5EF4-FFF2-40B4-BE49-F238E27FC236}">
                <a16:creationId xmlns:a16="http://schemas.microsoft.com/office/drawing/2014/main" id="{B9947D85-48FC-48CB-AFA6-D71BCDCF0D23}"/>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플러그인 골격에 연결한 탐색·결과 처리 기능</a:t>
            </a:r>
          </a:p>
        </p:txBody>
      </p:sp>
      <p:sp>
        <p:nvSpPr>
          <p:cNvPr id="5" name="text-144">
            <a:extLst xmlns:a="http://schemas.openxmlformats.org/drawingml/2006/main">
              <a:ext uri="{FF2B5EF4-FFF2-40B4-BE49-F238E27FC236}">
                <a16:creationId xmlns:a16="http://schemas.microsoft.com/office/drawing/2014/main" id="{636838E3-F881-4C6C-A3EC-1504BA27EBC8}"/>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Editor 모듈 골격을 바탕으로 참조 관계 분석과 트리 표시·에셋 이동·CSV 저장을 구현했습니다.</a:t>
            </a:r>
          </a:p>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이후 미사용 후보 탐색을 추가하고, 실행한 기능의 결과를 공통 표시·저장 흐름으로 연결했습니다.</a:t>
            </a:r>
          </a:p>
        </p:txBody>
      </p:sp>
      <p:sp>
        <p:nvSpPr>
          <p:cNvPr id="6" name="text-145">
            <a:extLst xmlns:a="http://schemas.openxmlformats.org/drawingml/2006/main">
              <a:ext uri="{FF2B5EF4-FFF2-40B4-BE49-F238E27FC236}">
                <a16:creationId xmlns:a16="http://schemas.microsoft.com/office/drawing/2014/main" id="{8CBC4824-85EF-4B45-A3F2-6D3F4E9F4C4A}"/>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12 / 15</a:t>
            </a:r>
          </a:p>
        </p:txBody>
      </p:sp>
      <p:sp>
        <p:nvSpPr>
          <p:cNvPr id="7" name="link-146">
            <a:extLst xmlns:a="http://schemas.openxmlformats.org/drawingml/2006/main">
              <a:ext uri="{FF2B5EF4-FFF2-40B4-BE49-F238E27FC236}">
                <a16:creationId xmlns:a16="http://schemas.microsoft.com/office/drawing/2014/main" id="{EE593D92-9EC4-4278-AF8F-C8AD53CB771B}"/>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147">
            <a:extLst xmlns:a="http://schemas.openxmlformats.org/drawingml/2006/main">
              <a:ext uri="{FF2B5EF4-FFF2-40B4-BE49-F238E27FC236}">
                <a16:creationId xmlns:a16="http://schemas.microsoft.com/office/drawing/2014/main" id="{67990E78-3411-4CCE-9F79-8CBCAB4E89B8}"/>
              </a:ext>
            </a:extLst>
          </p:cNvPr>
          <p:cNvSpPr>
            <a:spLocks xmlns:a="http://schemas.openxmlformats.org/drawingml/2006/main" noGrp="1"/>
          </p:cNvSpPr>
          <p:nvPr/>
        </p:nvSpPr>
        <p:spPr>
          <a:xfrm xmlns:a="http://schemas.openxmlformats.org/drawingml/2006/main">
            <a:off x="457200" y="2133600"/>
            <a:ext cx="624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2B6CB0"/>
                </a:solidFill>
                <a:latin typeface="Malgun Gothic"/>
                <a:ea typeface="Malgun Gothic"/>
                <a:cs typeface="Malgun Gothic"/>
              </a:defRPr>
            </a:defPPr>
            <a:lvl1pPr>
              <a:defRPr sz="1500" b="1">
                <a:solidFill>
                  <a:srgbClr val="2B6CB0"/>
                </a:solidFill>
                <a:latin typeface="Malgun Gothic"/>
                <a:ea typeface="Malgun Gothic"/>
                <a:cs typeface="Malgun Gothic"/>
              </a:defRPr>
            </a:lvl1pPr>
            <a:lvl2pPr>
              <a:defRPr sz="1500" b="1">
                <a:solidFill>
                  <a:srgbClr val="2B6CB0"/>
                </a:solidFill>
                <a:latin typeface="Malgun Gothic"/>
                <a:ea typeface="Malgun Gothic"/>
                <a:cs typeface="Malgun Gothic"/>
              </a:defRPr>
            </a:lvl2pPr>
            <a:lvl3pPr>
              <a:defRPr sz="1500" b="1">
                <a:solidFill>
                  <a:srgbClr val="2B6CB0"/>
                </a:solidFill>
                <a:latin typeface="Malgun Gothic"/>
                <a:ea typeface="Malgun Gothic"/>
                <a:cs typeface="Malgun Gothic"/>
              </a:defRPr>
            </a:lvl3pPr>
            <a:lvl4pPr>
              <a:defRPr sz="1500" b="1">
                <a:solidFill>
                  <a:srgbClr val="2B6CB0"/>
                </a:solidFill>
                <a:latin typeface="Malgun Gothic"/>
                <a:ea typeface="Malgun Gothic"/>
                <a:cs typeface="Malgun Gothic"/>
              </a:defRPr>
            </a:lvl4pPr>
            <a:lvl5pPr>
              <a:defRPr sz="1500" b="1">
                <a:solidFill>
                  <a:srgbClr val="2B6CB0"/>
                </a:solidFill>
                <a:latin typeface="Malgun Gothic"/>
                <a:ea typeface="Malgun Gothic"/>
                <a:cs typeface="Malgun Gothic"/>
              </a:defRPr>
            </a:lvl5pPr>
            <a:lvl6pPr>
              <a:defRPr sz="1500" b="1">
                <a:solidFill>
                  <a:srgbClr val="2B6CB0"/>
                </a:solidFill>
                <a:latin typeface="Malgun Gothic"/>
                <a:ea typeface="Malgun Gothic"/>
                <a:cs typeface="Malgun Gothic"/>
              </a:defRPr>
            </a:lvl6pPr>
            <a:lvl7pPr>
              <a:defRPr sz="1500" b="1">
                <a:solidFill>
                  <a:srgbClr val="2B6CB0"/>
                </a:solidFill>
                <a:latin typeface="Malgun Gothic"/>
                <a:ea typeface="Malgun Gothic"/>
                <a:cs typeface="Malgun Gothic"/>
              </a:defRPr>
            </a:lvl7pPr>
            <a:lvl8pPr>
              <a:defRPr sz="1500" b="1">
                <a:solidFill>
                  <a:srgbClr val="2B6CB0"/>
                </a:solidFill>
                <a:latin typeface="Malgun Gothic"/>
                <a:ea typeface="Malgun Gothic"/>
                <a:cs typeface="Malgun Gothic"/>
              </a:defRPr>
            </a:lvl8pPr>
            <a:lvl9pPr>
              <a:defRPr sz="1500" b="1">
                <a:solidFill>
                  <a:srgbClr val="2B6CB0"/>
                </a:solidFill>
                <a:latin typeface="Malgun Gothic"/>
                <a:ea typeface="Malgun Gothic"/>
                <a:cs typeface="Malgun Gothic"/>
              </a:defRPr>
            </a:lvl9pPr>
          </a:lstStyle>
          <a:p xmlns:a="http://schemas.openxmlformats.org/drawingml/2006/main">
            <a:pPr>
              <a:defRPr sz="1500" b="1">
                <a:solidFill>
                  <a:srgbClr val="2B6CB0"/>
                </a:solidFill>
                <a:latin typeface="Malgun Gothic"/>
                <a:ea typeface="Malgun Gothic"/>
                <a:cs typeface="Malgun Gothic"/>
              </a:defRPr>
            </a:pPr>
            <a:r>
              <a:rPr sz="1500" b="1">
                <a:solidFill>
                  <a:srgbClr val="2B6CB0"/>
                </a:solidFill>
                <a:latin typeface="Malgun Gothic"/>
                <a:ea typeface="Malgun Gothic"/>
                <a:cs typeface="Malgun Gothic"/>
              </a:rPr>
              <a:t>초기 계획 | 참조 관계를 트리로 조회</a:t>
            </a:r>
          </a:p>
        </p:txBody>
      </p:sp>
      <p:sp>
        <p:nvSpPr>
          <p:cNvPr id="9" name="text-148">
            <a:extLst xmlns:a="http://schemas.openxmlformats.org/drawingml/2006/main">
              <a:ext uri="{FF2B5EF4-FFF2-40B4-BE49-F238E27FC236}">
                <a16:creationId xmlns:a16="http://schemas.microsoft.com/office/drawing/2014/main" id="{91A519EA-A9D3-4BD9-9F9C-EFA3ADEC1BD8}"/>
              </a:ext>
            </a:extLst>
          </p:cNvPr>
          <p:cNvSpPr>
            <a:spLocks xmlns:a="http://schemas.openxmlformats.org/drawingml/2006/main" noGrp="1"/>
          </p:cNvSpPr>
          <p:nvPr/>
        </p:nvSpPr>
        <p:spPr>
          <a:xfrm xmlns:a="http://schemas.openxmlformats.org/drawingml/2006/main">
            <a:off x="457200" y="3457575"/>
            <a:ext cx="624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이후 확장 | 프로젝트의 미사용 후보 탐색</a:t>
            </a:r>
          </a:p>
        </p:txBody>
      </p:sp>
      <p:sp>
        <p:nvSpPr>
          <p:cNvPr id="10" name="rect-149">
            <a:extLst xmlns:a="http://schemas.openxmlformats.org/drawingml/2006/main">
              <a:ext uri="{FF2B5EF4-FFF2-40B4-BE49-F238E27FC236}">
                <a16:creationId xmlns:a16="http://schemas.microsoft.com/office/drawing/2014/main" id="{D70F8113-00CC-44FE-89FA-0F6859FD90E6}"/>
              </a:ext>
            </a:extLst>
          </p:cNvPr>
          <p:cNvSpPr>
            <a:spLocks xmlns:a="http://schemas.openxmlformats.org/drawingml/2006/main" noGrp="1"/>
          </p:cNvSpPr>
          <p:nvPr/>
        </p:nvSpPr>
        <p:spPr>
          <a:xfrm xmlns:a="http://schemas.openxmlformats.org/drawingml/2006/main">
            <a:off x="457200" y="2476500"/>
            <a:ext cx="2476500" cy="762000"/>
          </a:xfrm>
          <a:prstGeom xmlns:a="http://schemas.openxmlformats.org/drawingml/2006/main" prst="rect">
            <a:avLst/>
          </a:prstGeom>
          <a:solidFill xmlns:a="http://schemas.openxmlformats.org/drawingml/2006/main">
            <a:srgbClr val="EEF4FA"/>
          </a:solidFill>
          <a:ln xmlns:a="http://schemas.openxmlformats.org/drawingml/2006/main" w="7620">
            <a:solidFill>
              <a:srgbClr val="CBDDE1"/>
            </a:solidFill>
          </a:ln>
        </p:spPr>
      </p:sp>
      <p:sp>
        <p:nvSpPr>
          <p:cNvPr id="11" name="text-150">
            <a:extLst xmlns:a="http://schemas.openxmlformats.org/drawingml/2006/main">
              <a:ext uri="{FF2B5EF4-FFF2-40B4-BE49-F238E27FC236}">
                <a16:creationId xmlns:a16="http://schemas.microsoft.com/office/drawing/2014/main" id="{76287EEE-2C11-40C9-9146-EC88B423B7FE}"/>
              </a:ext>
            </a:extLst>
          </p:cNvPr>
          <p:cNvSpPr>
            <a:spLocks xmlns:a="http://schemas.openxmlformats.org/drawingml/2006/main" noGrp="1"/>
          </p:cNvSpPr>
          <p:nvPr/>
        </p:nvSpPr>
        <p:spPr>
          <a:xfrm xmlns:a="http://schemas.openxmlformats.org/drawingml/2006/main">
            <a:off x="609600" y="2571750"/>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2B6CB0"/>
                </a:solidFill>
                <a:latin typeface="Malgun Gothic"/>
                <a:ea typeface="Malgun Gothic"/>
                <a:cs typeface="Malgun Gothic"/>
              </a:defRPr>
            </a:defPPr>
            <a:lvl1pPr>
              <a:defRPr sz="1650" b="1">
                <a:solidFill>
                  <a:srgbClr val="2B6CB0"/>
                </a:solidFill>
                <a:latin typeface="Malgun Gothic"/>
                <a:ea typeface="Malgun Gothic"/>
                <a:cs typeface="Malgun Gothic"/>
              </a:defRPr>
            </a:lvl1pPr>
            <a:lvl2pPr>
              <a:defRPr sz="1650" b="1">
                <a:solidFill>
                  <a:srgbClr val="2B6CB0"/>
                </a:solidFill>
                <a:latin typeface="Malgun Gothic"/>
                <a:ea typeface="Malgun Gothic"/>
                <a:cs typeface="Malgun Gothic"/>
              </a:defRPr>
            </a:lvl2pPr>
            <a:lvl3pPr>
              <a:defRPr sz="1650" b="1">
                <a:solidFill>
                  <a:srgbClr val="2B6CB0"/>
                </a:solidFill>
                <a:latin typeface="Malgun Gothic"/>
                <a:ea typeface="Malgun Gothic"/>
                <a:cs typeface="Malgun Gothic"/>
              </a:defRPr>
            </a:lvl3pPr>
            <a:lvl4pPr>
              <a:defRPr sz="1650" b="1">
                <a:solidFill>
                  <a:srgbClr val="2B6CB0"/>
                </a:solidFill>
                <a:latin typeface="Malgun Gothic"/>
                <a:ea typeface="Malgun Gothic"/>
                <a:cs typeface="Malgun Gothic"/>
              </a:defRPr>
            </a:lvl4pPr>
            <a:lvl5pPr>
              <a:defRPr sz="1650" b="1">
                <a:solidFill>
                  <a:srgbClr val="2B6CB0"/>
                </a:solidFill>
                <a:latin typeface="Malgun Gothic"/>
                <a:ea typeface="Malgun Gothic"/>
                <a:cs typeface="Malgun Gothic"/>
              </a:defRPr>
            </a:lvl5pPr>
            <a:lvl6pPr>
              <a:defRPr sz="1650" b="1">
                <a:solidFill>
                  <a:srgbClr val="2B6CB0"/>
                </a:solidFill>
                <a:latin typeface="Malgun Gothic"/>
                <a:ea typeface="Malgun Gothic"/>
                <a:cs typeface="Malgun Gothic"/>
              </a:defRPr>
            </a:lvl6pPr>
            <a:lvl7pPr>
              <a:defRPr sz="1650" b="1">
                <a:solidFill>
                  <a:srgbClr val="2B6CB0"/>
                </a:solidFill>
                <a:latin typeface="Malgun Gothic"/>
                <a:ea typeface="Malgun Gothic"/>
                <a:cs typeface="Malgun Gothic"/>
              </a:defRPr>
            </a:lvl7pPr>
            <a:lvl8pPr>
              <a:defRPr sz="1650" b="1">
                <a:solidFill>
                  <a:srgbClr val="2B6CB0"/>
                </a:solidFill>
                <a:latin typeface="Malgun Gothic"/>
                <a:ea typeface="Malgun Gothic"/>
                <a:cs typeface="Malgun Gothic"/>
              </a:defRPr>
            </a:lvl8pPr>
            <a:lvl9pPr>
              <a:defRPr sz="1650" b="1">
                <a:solidFill>
                  <a:srgbClr val="2B6CB0"/>
                </a:solidFill>
                <a:latin typeface="Malgun Gothic"/>
                <a:ea typeface="Malgun Gothic"/>
                <a:cs typeface="Malgun Gothic"/>
              </a:defRPr>
            </a:lvl9pPr>
          </a:lstStyle>
          <a:p xmlns:a="http://schemas.openxmlformats.org/drawingml/2006/main">
            <a:pPr>
              <a:defRPr sz="1650" b="1">
                <a:solidFill>
                  <a:srgbClr val="2B6CB0"/>
                </a:solidFill>
                <a:latin typeface="Malgun Gothic"/>
                <a:ea typeface="Malgun Gothic"/>
                <a:cs typeface="Malgun Gothic"/>
              </a:defRPr>
            </a:pPr>
            <a:r>
              <a:rPr sz="1650" b="1">
                <a:solidFill>
                  <a:srgbClr val="2B6CB0"/>
                </a:solidFill>
                <a:latin typeface="Malgun Gothic"/>
                <a:ea typeface="Malgun Gothic"/>
                <a:cs typeface="Malgun Gothic"/>
              </a:rPr>
              <a:t>관계 분석</a:t>
            </a:r>
          </a:p>
        </p:txBody>
      </p:sp>
      <p:sp>
        <p:nvSpPr>
          <p:cNvPr id="12" name="text-151">
            <a:extLst xmlns:a="http://schemas.openxmlformats.org/drawingml/2006/main">
              <a:ext uri="{FF2B5EF4-FFF2-40B4-BE49-F238E27FC236}">
                <a16:creationId xmlns:a16="http://schemas.microsoft.com/office/drawing/2014/main" id="{A0900EF5-6F15-4738-9484-9AED81F56FFB}"/>
              </a:ext>
            </a:extLst>
          </p:cNvPr>
          <p:cNvSpPr>
            <a:spLocks xmlns:a="http://schemas.openxmlformats.org/drawingml/2006/main" noGrp="1"/>
          </p:cNvSpPr>
          <p:nvPr/>
        </p:nvSpPr>
        <p:spPr>
          <a:xfrm xmlns:a="http://schemas.openxmlformats.org/drawingml/2006/main">
            <a:off x="609600" y="2914650"/>
            <a:ext cx="2171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에셋 선택 · 방향·깊이·필터</a:t>
            </a:r>
          </a:p>
        </p:txBody>
      </p:sp>
      <p:sp>
        <p:nvSpPr>
          <p:cNvPr id="13" name="rect-152">
            <a:extLst xmlns:a="http://schemas.openxmlformats.org/drawingml/2006/main">
              <a:ext uri="{FF2B5EF4-FFF2-40B4-BE49-F238E27FC236}">
                <a16:creationId xmlns:a16="http://schemas.microsoft.com/office/drawing/2014/main" id="{8D30CCE3-98D3-4CE6-8450-839C32DC9760}"/>
              </a:ext>
            </a:extLst>
          </p:cNvPr>
          <p:cNvSpPr>
            <a:spLocks xmlns:a="http://schemas.openxmlformats.org/drawingml/2006/main" noGrp="1"/>
          </p:cNvSpPr>
          <p:nvPr/>
        </p:nvSpPr>
        <p:spPr>
          <a:xfrm xmlns:a="http://schemas.openxmlformats.org/drawingml/2006/main">
            <a:off x="457200" y="3800475"/>
            <a:ext cx="2476500" cy="762000"/>
          </a:xfrm>
          <a:prstGeom xmlns:a="http://schemas.openxmlformats.org/drawingml/2006/main" prst="rect">
            <a:avLst/>
          </a:prstGeom>
          <a:solidFill xmlns:a="http://schemas.openxmlformats.org/drawingml/2006/main">
            <a:srgbClr val="EEF4FA"/>
          </a:solidFill>
          <a:ln xmlns:a="http://schemas.openxmlformats.org/drawingml/2006/main" w="7620">
            <a:solidFill>
              <a:srgbClr val="CBDDE1"/>
            </a:solidFill>
          </a:ln>
        </p:spPr>
      </p:sp>
      <p:sp>
        <p:nvSpPr>
          <p:cNvPr id="14" name="text-153">
            <a:extLst xmlns:a="http://schemas.openxmlformats.org/drawingml/2006/main">
              <a:ext uri="{FF2B5EF4-FFF2-40B4-BE49-F238E27FC236}">
                <a16:creationId xmlns:a16="http://schemas.microsoft.com/office/drawing/2014/main" id="{CEF597A4-FB7B-4F5A-8F77-09AB31621314}"/>
              </a:ext>
            </a:extLst>
          </p:cNvPr>
          <p:cNvSpPr>
            <a:spLocks xmlns:a="http://schemas.openxmlformats.org/drawingml/2006/main" noGrp="1"/>
          </p:cNvSpPr>
          <p:nvPr/>
        </p:nvSpPr>
        <p:spPr>
          <a:xfrm xmlns:a="http://schemas.openxmlformats.org/drawingml/2006/main">
            <a:off x="609600" y="38957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2B6CB0"/>
                </a:solidFill>
                <a:latin typeface="Malgun Gothic"/>
                <a:ea typeface="Malgun Gothic"/>
                <a:cs typeface="Malgun Gothic"/>
              </a:defRPr>
            </a:defPPr>
            <a:lvl1pPr>
              <a:defRPr sz="1650" b="1">
                <a:solidFill>
                  <a:srgbClr val="2B6CB0"/>
                </a:solidFill>
                <a:latin typeface="Malgun Gothic"/>
                <a:ea typeface="Malgun Gothic"/>
                <a:cs typeface="Malgun Gothic"/>
              </a:defRPr>
            </a:lvl1pPr>
            <a:lvl2pPr>
              <a:defRPr sz="1650" b="1">
                <a:solidFill>
                  <a:srgbClr val="2B6CB0"/>
                </a:solidFill>
                <a:latin typeface="Malgun Gothic"/>
                <a:ea typeface="Malgun Gothic"/>
                <a:cs typeface="Malgun Gothic"/>
              </a:defRPr>
            </a:lvl2pPr>
            <a:lvl3pPr>
              <a:defRPr sz="1650" b="1">
                <a:solidFill>
                  <a:srgbClr val="2B6CB0"/>
                </a:solidFill>
                <a:latin typeface="Malgun Gothic"/>
                <a:ea typeface="Malgun Gothic"/>
                <a:cs typeface="Malgun Gothic"/>
              </a:defRPr>
            </a:lvl3pPr>
            <a:lvl4pPr>
              <a:defRPr sz="1650" b="1">
                <a:solidFill>
                  <a:srgbClr val="2B6CB0"/>
                </a:solidFill>
                <a:latin typeface="Malgun Gothic"/>
                <a:ea typeface="Malgun Gothic"/>
                <a:cs typeface="Malgun Gothic"/>
              </a:defRPr>
            </a:lvl4pPr>
            <a:lvl5pPr>
              <a:defRPr sz="1650" b="1">
                <a:solidFill>
                  <a:srgbClr val="2B6CB0"/>
                </a:solidFill>
                <a:latin typeface="Malgun Gothic"/>
                <a:ea typeface="Malgun Gothic"/>
                <a:cs typeface="Malgun Gothic"/>
              </a:defRPr>
            </a:lvl5pPr>
            <a:lvl6pPr>
              <a:defRPr sz="1650" b="1">
                <a:solidFill>
                  <a:srgbClr val="2B6CB0"/>
                </a:solidFill>
                <a:latin typeface="Malgun Gothic"/>
                <a:ea typeface="Malgun Gothic"/>
                <a:cs typeface="Malgun Gothic"/>
              </a:defRPr>
            </a:lvl6pPr>
            <a:lvl7pPr>
              <a:defRPr sz="1650" b="1">
                <a:solidFill>
                  <a:srgbClr val="2B6CB0"/>
                </a:solidFill>
                <a:latin typeface="Malgun Gothic"/>
                <a:ea typeface="Malgun Gothic"/>
                <a:cs typeface="Malgun Gothic"/>
              </a:defRPr>
            </a:lvl7pPr>
            <a:lvl8pPr>
              <a:defRPr sz="1650" b="1">
                <a:solidFill>
                  <a:srgbClr val="2B6CB0"/>
                </a:solidFill>
                <a:latin typeface="Malgun Gothic"/>
                <a:ea typeface="Malgun Gothic"/>
                <a:cs typeface="Malgun Gothic"/>
              </a:defRPr>
            </a:lvl8pPr>
            <a:lvl9pPr>
              <a:defRPr sz="1650" b="1">
                <a:solidFill>
                  <a:srgbClr val="2B6CB0"/>
                </a:solidFill>
                <a:latin typeface="Malgun Gothic"/>
                <a:ea typeface="Malgun Gothic"/>
                <a:cs typeface="Malgun Gothic"/>
              </a:defRPr>
            </a:lvl9pPr>
          </a:lstStyle>
          <a:p xmlns:a="http://schemas.openxmlformats.org/drawingml/2006/main">
            <a:pPr>
              <a:defRPr sz="1650" b="1">
                <a:solidFill>
                  <a:srgbClr val="2B6CB0"/>
                </a:solidFill>
                <a:latin typeface="Malgun Gothic"/>
                <a:ea typeface="Malgun Gothic"/>
                <a:cs typeface="Malgun Gothic"/>
              </a:defRPr>
            </a:pPr>
            <a:r>
              <a:rPr sz="1650" b="1">
                <a:solidFill>
                  <a:srgbClr val="2B6CB0"/>
                </a:solidFill>
                <a:latin typeface="Malgun Gothic"/>
                <a:ea typeface="Malgun Gothic"/>
                <a:cs typeface="Malgun Gothic"/>
              </a:rPr>
              <a:t>미사용 후보 탐색</a:t>
            </a:r>
          </a:p>
        </p:txBody>
      </p:sp>
      <p:sp>
        <p:nvSpPr>
          <p:cNvPr id="15" name="text-154">
            <a:extLst xmlns:a="http://schemas.openxmlformats.org/drawingml/2006/main">
              <a:ext uri="{FF2B5EF4-FFF2-40B4-BE49-F238E27FC236}">
                <a16:creationId xmlns:a16="http://schemas.microsoft.com/office/drawing/2014/main" id="{21D0DDF6-D61B-4087-9D09-49DF652E8279}"/>
              </a:ext>
            </a:extLst>
          </p:cNvPr>
          <p:cNvSpPr>
            <a:spLocks xmlns:a="http://schemas.openxmlformats.org/drawingml/2006/main" noGrp="1"/>
          </p:cNvSpPr>
          <p:nvPr/>
        </p:nvSpPr>
        <p:spPr>
          <a:xfrm xmlns:a="http://schemas.openxmlformats.org/drawingml/2006/main">
            <a:off x="609600" y="4238625"/>
            <a:ext cx="2171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선택 없이 실행 · 폴더·종류</a:t>
            </a:r>
          </a:p>
        </p:txBody>
      </p:sp>
      <p:sp>
        <p:nvSpPr>
          <p:cNvPr id="16" name="rect-155">
            <a:extLst xmlns:a="http://schemas.openxmlformats.org/drawingml/2006/main">
              <a:ext uri="{FF2B5EF4-FFF2-40B4-BE49-F238E27FC236}">
                <a16:creationId xmlns:a16="http://schemas.microsoft.com/office/drawing/2014/main" id="{8ADFD63B-E3D4-41E8-871D-572E3B4946E3}"/>
              </a:ext>
            </a:extLst>
          </p:cNvPr>
          <p:cNvSpPr>
            <a:spLocks xmlns:a="http://schemas.openxmlformats.org/drawingml/2006/main" noGrp="1"/>
          </p:cNvSpPr>
          <p:nvPr/>
        </p:nvSpPr>
        <p:spPr>
          <a:xfrm xmlns:a="http://schemas.openxmlformats.org/drawingml/2006/main">
            <a:off x="3486150" y="2476500"/>
            <a:ext cx="3314700" cy="7620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7" name="text-156">
            <a:extLst xmlns:a="http://schemas.openxmlformats.org/drawingml/2006/main">
              <a:ext uri="{FF2B5EF4-FFF2-40B4-BE49-F238E27FC236}">
                <a16:creationId xmlns:a16="http://schemas.microsoft.com/office/drawing/2014/main" id="{6686A485-7F94-4BB3-8882-BBCEB47A9DB9}"/>
              </a:ext>
            </a:extLst>
          </p:cNvPr>
          <p:cNvSpPr>
            <a:spLocks xmlns:a="http://schemas.openxmlformats.org/drawingml/2006/main" noGrp="1"/>
          </p:cNvSpPr>
          <p:nvPr/>
        </p:nvSpPr>
        <p:spPr>
          <a:xfrm xmlns:a="http://schemas.openxmlformats.org/drawingml/2006/main">
            <a:off x="3638550" y="2571750"/>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선택 에셋에서 관계 탐색</a:t>
            </a:r>
          </a:p>
        </p:txBody>
      </p:sp>
      <p:sp>
        <p:nvSpPr>
          <p:cNvPr id="18" name="text-157">
            <a:extLst xmlns:a="http://schemas.openxmlformats.org/drawingml/2006/main">
              <a:ext uri="{FF2B5EF4-FFF2-40B4-BE49-F238E27FC236}">
                <a16:creationId xmlns:a16="http://schemas.microsoft.com/office/drawing/2014/main" id="{8E412524-5194-4E6D-AD86-BB5A599FE553}"/>
              </a:ext>
            </a:extLst>
          </p:cNvPr>
          <p:cNvSpPr>
            <a:spLocks xmlns:a="http://schemas.openxmlformats.org/drawingml/2006/main" noGrp="1"/>
          </p:cNvSpPr>
          <p:nvPr/>
        </p:nvSpPr>
        <p:spPr>
          <a:xfrm xmlns:a="http://schemas.openxmlformats.org/drawingml/2006/main">
            <a:off x="3638550" y="2914650"/>
            <a:ext cx="3009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사용하는 대상과 사용되는 곳 조회</a:t>
            </a:r>
          </a:p>
        </p:txBody>
      </p:sp>
      <p:sp>
        <p:nvSpPr>
          <p:cNvPr id="19" name="rect-158">
            <a:extLst xmlns:a="http://schemas.openxmlformats.org/drawingml/2006/main">
              <a:ext uri="{FF2B5EF4-FFF2-40B4-BE49-F238E27FC236}">
                <a16:creationId xmlns:a16="http://schemas.microsoft.com/office/drawing/2014/main" id="{6F7417A6-2D0F-4F13-AAA4-7FEDCFF67DBC}"/>
              </a:ext>
            </a:extLst>
          </p:cNvPr>
          <p:cNvSpPr>
            <a:spLocks xmlns:a="http://schemas.openxmlformats.org/drawingml/2006/main" noGrp="1"/>
          </p:cNvSpPr>
          <p:nvPr/>
        </p:nvSpPr>
        <p:spPr>
          <a:xfrm xmlns:a="http://schemas.openxmlformats.org/drawingml/2006/main">
            <a:off x="3486150" y="3800475"/>
            <a:ext cx="3314700" cy="7620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20" name="text-159">
            <a:extLst xmlns:a="http://schemas.openxmlformats.org/drawingml/2006/main">
              <a:ext uri="{FF2B5EF4-FFF2-40B4-BE49-F238E27FC236}">
                <a16:creationId xmlns:a16="http://schemas.microsoft.com/office/drawing/2014/main" id="{3636FDB7-2329-43E0-83FD-F8AA5180FFE1}"/>
              </a:ext>
            </a:extLst>
          </p:cNvPr>
          <p:cNvSpPr>
            <a:spLocks xmlns:a="http://schemas.openxmlformats.org/drawingml/2006/main" noGrp="1"/>
          </p:cNvSpPr>
          <p:nvPr/>
        </p:nvSpPr>
        <p:spPr>
          <a:xfrm xmlns:a="http://schemas.openxmlformats.org/drawingml/2006/main">
            <a:off x="3638550" y="3895725"/>
            <a:ext cx="3009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프로젝트 콘텐츠에서 후보 탐색</a:t>
            </a:r>
          </a:p>
        </p:txBody>
      </p:sp>
      <p:sp>
        <p:nvSpPr>
          <p:cNvPr id="21" name="text-160">
            <a:extLst xmlns:a="http://schemas.openxmlformats.org/drawingml/2006/main">
              <a:ext uri="{FF2B5EF4-FFF2-40B4-BE49-F238E27FC236}">
                <a16:creationId xmlns:a16="http://schemas.microsoft.com/office/drawing/2014/main" id="{AE7932FE-396A-4324-91EA-535BAE249A26}"/>
              </a:ext>
            </a:extLst>
          </p:cNvPr>
          <p:cNvSpPr>
            <a:spLocks xmlns:a="http://schemas.openxmlformats.org/drawingml/2006/main" noGrp="1"/>
          </p:cNvSpPr>
          <p:nvPr/>
        </p:nvSpPr>
        <p:spPr>
          <a:xfrm xmlns:a="http://schemas.openxmlformats.org/drawingml/2006/main">
            <a:off x="3638550" y="4238625"/>
            <a:ext cx="3009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다른 에셋이 참조하지 않는 대상 조회</a:t>
            </a:r>
          </a:p>
        </p:txBody>
      </p:sp>
      <p:sp>
        <p:nvSpPr>
          <p:cNvPr id="22" name="arrow-161">
            <a:extLst xmlns:a="http://schemas.openxmlformats.org/drawingml/2006/main">
              <a:ext uri="{FF2B5EF4-FFF2-40B4-BE49-F238E27FC236}">
                <a16:creationId xmlns:a16="http://schemas.microsoft.com/office/drawing/2014/main" id="{36E8BB78-618D-4C63-804D-BFF16B28CC9C}"/>
              </a:ext>
            </a:extLst>
          </p:cNvPr>
          <p:cNvSpPr>
            <a:spLocks xmlns:a="http://schemas.openxmlformats.org/drawingml/2006/main" noGrp="1"/>
          </p:cNvSpPr>
          <p:nvPr/>
        </p:nvSpPr>
        <p:spPr>
          <a:xfrm xmlns:a="http://schemas.openxmlformats.org/drawingml/2006/main">
            <a:off x="3105150" y="2771775"/>
            <a:ext cx="21907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3" name="arrow-162">
            <a:extLst xmlns:a="http://schemas.openxmlformats.org/drawingml/2006/main">
              <a:ext uri="{FF2B5EF4-FFF2-40B4-BE49-F238E27FC236}">
                <a16:creationId xmlns:a16="http://schemas.microsoft.com/office/drawing/2014/main" id="{F08BE40B-BC8C-4A53-B4B2-0BB5CC1D84B7}"/>
              </a:ext>
            </a:extLst>
          </p:cNvPr>
          <p:cNvSpPr>
            <a:spLocks xmlns:a="http://schemas.openxmlformats.org/drawingml/2006/main" noGrp="1"/>
          </p:cNvSpPr>
          <p:nvPr/>
        </p:nvSpPr>
        <p:spPr>
          <a:xfrm xmlns:a="http://schemas.openxmlformats.org/drawingml/2006/main">
            <a:off x="3105150" y="4095750"/>
            <a:ext cx="21907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4" name="rect-163">
            <a:extLst xmlns:a="http://schemas.openxmlformats.org/drawingml/2006/main">
              <a:ext uri="{FF2B5EF4-FFF2-40B4-BE49-F238E27FC236}">
                <a16:creationId xmlns:a16="http://schemas.microsoft.com/office/drawing/2014/main" id="{03F2F989-3ECB-44C3-9528-B981C20B5FAE}"/>
              </a:ext>
            </a:extLst>
          </p:cNvPr>
          <p:cNvSpPr>
            <a:spLocks xmlns:a="http://schemas.openxmlformats.org/drawingml/2006/main" noGrp="1"/>
          </p:cNvSpPr>
          <p:nvPr/>
        </p:nvSpPr>
        <p:spPr>
          <a:xfrm xmlns:a="http://schemas.openxmlformats.org/drawingml/2006/main">
            <a:off x="6800850" y="2857500"/>
            <a:ext cx="419100" cy="14288"/>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5" name="rect-164">
            <a:extLst xmlns:a="http://schemas.openxmlformats.org/drawingml/2006/main">
              <a:ext uri="{FF2B5EF4-FFF2-40B4-BE49-F238E27FC236}">
                <a16:creationId xmlns:a16="http://schemas.microsoft.com/office/drawing/2014/main" id="{C6D75FD9-D056-4EB0-B53F-A0F954EBAB9F}"/>
              </a:ext>
            </a:extLst>
          </p:cNvPr>
          <p:cNvSpPr>
            <a:spLocks xmlns:a="http://schemas.openxmlformats.org/drawingml/2006/main" noGrp="1"/>
          </p:cNvSpPr>
          <p:nvPr/>
        </p:nvSpPr>
        <p:spPr>
          <a:xfrm xmlns:a="http://schemas.openxmlformats.org/drawingml/2006/main">
            <a:off x="6800850" y="4181475"/>
            <a:ext cx="419100" cy="14288"/>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6" name="rect-165">
            <a:extLst xmlns:a="http://schemas.openxmlformats.org/drawingml/2006/main">
              <a:ext uri="{FF2B5EF4-FFF2-40B4-BE49-F238E27FC236}">
                <a16:creationId xmlns:a16="http://schemas.microsoft.com/office/drawing/2014/main" id="{23750235-9AA9-433A-AD74-07573D0CA143}"/>
              </a:ext>
            </a:extLst>
          </p:cNvPr>
          <p:cNvSpPr>
            <a:spLocks xmlns:a="http://schemas.openxmlformats.org/drawingml/2006/main" noGrp="1"/>
          </p:cNvSpPr>
          <p:nvPr/>
        </p:nvSpPr>
        <p:spPr>
          <a:xfrm xmlns:a="http://schemas.openxmlformats.org/drawingml/2006/main">
            <a:off x="7210425" y="2857500"/>
            <a:ext cx="14288" cy="1343025"/>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7" name="arrow-166">
            <a:extLst xmlns:a="http://schemas.openxmlformats.org/drawingml/2006/main">
              <a:ext uri="{FF2B5EF4-FFF2-40B4-BE49-F238E27FC236}">
                <a16:creationId xmlns:a16="http://schemas.microsoft.com/office/drawing/2014/main" id="{A1D6AF2C-58EE-46B5-9E96-6BCDEFF7546C}"/>
              </a:ext>
            </a:extLst>
          </p:cNvPr>
          <p:cNvSpPr>
            <a:spLocks xmlns:a="http://schemas.openxmlformats.org/drawingml/2006/main" noGrp="1"/>
          </p:cNvSpPr>
          <p:nvPr/>
        </p:nvSpPr>
        <p:spPr>
          <a:xfrm xmlns:a="http://schemas.openxmlformats.org/drawingml/2006/main">
            <a:off x="7229475" y="3438525"/>
            <a:ext cx="21907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8" name="rect-167">
            <a:extLst xmlns:a="http://schemas.openxmlformats.org/drawingml/2006/main">
              <a:ext uri="{FF2B5EF4-FFF2-40B4-BE49-F238E27FC236}">
                <a16:creationId xmlns:a16="http://schemas.microsoft.com/office/drawing/2014/main" id="{E2AB74D1-4BE7-421C-A50F-5998B2109520}"/>
              </a:ext>
            </a:extLst>
          </p:cNvPr>
          <p:cNvSpPr>
            <a:spLocks xmlns:a="http://schemas.openxmlformats.org/drawingml/2006/main" noGrp="1"/>
          </p:cNvSpPr>
          <p:nvPr/>
        </p:nvSpPr>
        <p:spPr>
          <a:xfrm xmlns:a="http://schemas.openxmlformats.org/drawingml/2006/main">
            <a:off x="7562850" y="2476500"/>
            <a:ext cx="4171950" cy="2085975"/>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9" name="text-168">
            <a:extLst xmlns:a="http://schemas.openxmlformats.org/drawingml/2006/main">
              <a:ext uri="{FF2B5EF4-FFF2-40B4-BE49-F238E27FC236}">
                <a16:creationId xmlns:a16="http://schemas.microsoft.com/office/drawing/2014/main" id="{8C8BA515-FF01-4004-8414-5AF09B0A887A}"/>
              </a:ext>
            </a:extLst>
          </p:cNvPr>
          <p:cNvSpPr>
            <a:spLocks xmlns:a="http://schemas.openxmlformats.org/drawingml/2006/main" noGrp="1"/>
          </p:cNvSpPr>
          <p:nvPr/>
        </p:nvSpPr>
        <p:spPr>
          <a:xfrm xmlns:a="http://schemas.openxmlformats.org/drawingml/2006/main">
            <a:off x="7753350" y="2590800"/>
            <a:ext cx="3790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실행한 기능의 결과로 갱신</a:t>
            </a:r>
          </a:p>
        </p:txBody>
      </p:sp>
      <p:sp>
        <p:nvSpPr>
          <p:cNvPr id="30" name="text-169">
            <a:extLst xmlns:a="http://schemas.openxmlformats.org/drawingml/2006/main">
              <a:ext uri="{FF2B5EF4-FFF2-40B4-BE49-F238E27FC236}">
                <a16:creationId xmlns:a16="http://schemas.microsoft.com/office/drawing/2014/main" id="{76209F75-C0F9-4FCA-B099-6DFA4CC79510}"/>
              </a:ext>
            </a:extLst>
          </p:cNvPr>
          <p:cNvSpPr>
            <a:spLocks xmlns:a="http://schemas.openxmlformats.org/drawingml/2006/main" noGrp="1"/>
          </p:cNvSpPr>
          <p:nvPr/>
        </p:nvSpPr>
        <p:spPr>
          <a:xfrm xmlns:a="http://schemas.openxmlformats.org/drawingml/2006/main">
            <a:off x="7753350" y="3028950"/>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관계 분석 실행</a:t>
            </a:r>
          </a:p>
        </p:txBody>
      </p:sp>
      <p:sp>
        <p:nvSpPr>
          <p:cNvPr id="31" name="text-170">
            <a:extLst xmlns:a="http://schemas.openxmlformats.org/drawingml/2006/main">
              <a:ext uri="{FF2B5EF4-FFF2-40B4-BE49-F238E27FC236}">
                <a16:creationId xmlns:a16="http://schemas.microsoft.com/office/drawing/2014/main" id="{5638ACB4-2796-40CE-978E-7EDDB851692A}"/>
              </a:ext>
            </a:extLst>
          </p:cNvPr>
          <p:cNvSpPr>
            <a:spLocks xmlns:a="http://schemas.openxmlformats.org/drawingml/2006/main" noGrp="1"/>
          </p:cNvSpPr>
          <p:nvPr/>
        </p:nvSpPr>
        <p:spPr>
          <a:xfrm xmlns:a="http://schemas.openxmlformats.org/drawingml/2006/main">
            <a:off x="9324975" y="3028950"/>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참조 관계 트리</a:t>
            </a:r>
          </a:p>
        </p:txBody>
      </p:sp>
      <p:sp>
        <p:nvSpPr>
          <p:cNvPr id="32" name="rect-171">
            <a:extLst xmlns:a="http://schemas.openxmlformats.org/drawingml/2006/main">
              <a:ext uri="{FF2B5EF4-FFF2-40B4-BE49-F238E27FC236}">
                <a16:creationId xmlns:a16="http://schemas.microsoft.com/office/drawing/2014/main" id="{DED9E218-9D81-487D-B0D6-75C979080AAC}"/>
              </a:ext>
            </a:extLst>
          </p:cNvPr>
          <p:cNvSpPr>
            <a:spLocks xmlns:a="http://schemas.openxmlformats.org/drawingml/2006/main" noGrp="1"/>
          </p:cNvSpPr>
          <p:nvPr/>
        </p:nvSpPr>
        <p:spPr>
          <a:xfrm xmlns:a="http://schemas.openxmlformats.org/drawingml/2006/main">
            <a:off x="7753350" y="3371850"/>
            <a:ext cx="3790950" cy="6668"/>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3" name="text-172">
            <a:extLst xmlns:a="http://schemas.openxmlformats.org/drawingml/2006/main">
              <a:ext uri="{FF2B5EF4-FFF2-40B4-BE49-F238E27FC236}">
                <a16:creationId xmlns:a16="http://schemas.microsoft.com/office/drawing/2014/main" id="{F627E7F9-602C-480F-972A-5FDBCEFE3D78}"/>
              </a:ext>
            </a:extLst>
          </p:cNvPr>
          <p:cNvSpPr>
            <a:spLocks xmlns:a="http://schemas.openxmlformats.org/drawingml/2006/main" noGrp="1"/>
          </p:cNvSpPr>
          <p:nvPr/>
        </p:nvSpPr>
        <p:spPr>
          <a:xfrm xmlns:a="http://schemas.openxmlformats.org/drawingml/2006/main">
            <a:off x="7753350" y="34766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후보 탐색 실행</a:t>
            </a:r>
          </a:p>
        </p:txBody>
      </p:sp>
      <p:sp>
        <p:nvSpPr>
          <p:cNvPr id="34" name="text-173">
            <a:extLst xmlns:a="http://schemas.openxmlformats.org/drawingml/2006/main">
              <a:ext uri="{FF2B5EF4-FFF2-40B4-BE49-F238E27FC236}">
                <a16:creationId xmlns:a16="http://schemas.microsoft.com/office/drawing/2014/main" id="{8E7BB951-B70C-4F53-B2C1-585B1A23A6E5}"/>
              </a:ext>
            </a:extLst>
          </p:cNvPr>
          <p:cNvSpPr>
            <a:spLocks xmlns:a="http://schemas.openxmlformats.org/drawingml/2006/main" noGrp="1"/>
          </p:cNvSpPr>
          <p:nvPr/>
        </p:nvSpPr>
        <p:spPr>
          <a:xfrm xmlns:a="http://schemas.openxmlformats.org/drawingml/2006/main">
            <a:off x="9324975" y="34766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미사용 후보 전용 목록</a:t>
            </a:r>
          </a:p>
        </p:txBody>
      </p:sp>
      <p:sp>
        <p:nvSpPr>
          <p:cNvPr id="35" name="text-174">
            <a:extLst xmlns:a="http://schemas.openxmlformats.org/drawingml/2006/main">
              <a:ext uri="{FF2B5EF4-FFF2-40B4-BE49-F238E27FC236}">
                <a16:creationId xmlns:a16="http://schemas.microsoft.com/office/drawing/2014/main" id="{0564A6F8-8045-4847-81A4-ED955FC8F839}"/>
              </a:ext>
            </a:extLst>
          </p:cNvPr>
          <p:cNvSpPr>
            <a:spLocks xmlns:a="http://schemas.openxmlformats.org/drawingml/2006/main" noGrp="1"/>
          </p:cNvSpPr>
          <p:nvPr/>
        </p:nvSpPr>
        <p:spPr>
          <a:xfrm xmlns:a="http://schemas.openxmlformats.org/drawingml/2006/main">
            <a:off x="7753350" y="3962400"/>
            <a:ext cx="3790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실행할 때마다 이전 결과를 새 결과로 교체</a:t>
            </a:r>
          </a:p>
        </p:txBody>
      </p:sp>
      <p:sp>
        <p:nvSpPr>
          <p:cNvPr id="36" name="rect-175">
            <a:extLst xmlns:a="http://schemas.openxmlformats.org/drawingml/2006/main">
              <a:ext uri="{FF2B5EF4-FFF2-40B4-BE49-F238E27FC236}">
                <a16:creationId xmlns:a16="http://schemas.microsoft.com/office/drawing/2014/main" id="{B8A7C5A6-2C57-4CC0-B081-554ED86EA518}"/>
              </a:ext>
            </a:extLst>
          </p:cNvPr>
          <p:cNvSpPr>
            <a:spLocks xmlns:a="http://schemas.openxmlformats.org/drawingml/2006/main" noGrp="1"/>
          </p:cNvSpPr>
          <p:nvPr/>
        </p:nvSpPr>
        <p:spPr>
          <a:xfrm xmlns:a="http://schemas.openxmlformats.org/drawingml/2006/main">
            <a:off x="9972675" y="4562475"/>
            <a:ext cx="14288" cy="257175"/>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7" name="rect-176">
            <a:extLst xmlns:a="http://schemas.openxmlformats.org/drawingml/2006/main">
              <a:ext uri="{FF2B5EF4-FFF2-40B4-BE49-F238E27FC236}">
                <a16:creationId xmlns:a16="http://schemas.microsoft.com/office/drawing/2014/main" id="{D4CE663A-D3B0-4637-8AE7-C48CF60AEC75}"/>
              </a:ext>
            </a:extLst>
          </p:cNvPr>
          <p:cNvSpPr>
            <a:spLocks xmlns:a="http://schemas.openxmlformats.org/drawingml/2006/main" noGrp="1"/>
          </p:cNvSpPr>
          <p:nvPr/>
        </p:nvSpPr>
        <p:spPr>
          <a:xfrm xmlns:a="http://schemas.openxmlformats.org/drawingml/2006/main">
            <a:off x="2209800" y="4810125"/>
            <a:ext cx="7772400" cy="14288"/>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8" name="arrow-177">
            <a:extLst xmlns:a="http://schemas.openxmlformats.org/drawingml/2006/main">
              <a:ext uri="{FF2B5EF4-FFF2-40B4-BE49-F238E27FC236}">
                <a16:creationId xmlns:a16="http://schemas.microsoft.com/office/drawing/2014/main" id="{631D2339-F939-431A-BD01-87546854BE8A}"/>
              </a:ext>
            </a:extLst>
          </p:cNvPr>
          <p:cNvSpPr>
            <a:spLocks xmlns:a="http://schemas.openxmlformats.org/drawingml/2006/main" noGrp="1"/>
          </p:cNvSpPr>
          <p:nvPr/>
        </p:nvSpPr>
        <p:spPr>
          <a:xfrm xmlns:a="http://schemas.openxmlformats.org/drawingml/2006/main">
            <a:off x="2133600" y="4810125"/>
            <a:ext cx="152400" cy="133350"/>
          </a:xfrm>
          <a:prstGeom xmlns:a="http://schemas.openxmlformats.org/drawingml/2006/main" prst="downArrow">
            <a:avLst/>
          </a:prstGeom>
          <a:solidFill xmlns:a="http://schemas.openxmlformats.org/drawingml/2006/main">
            <a:srgbClr val="008D98"/>
          </a:solidFill>
          <a:ln xmlns:a="http://schemas.openxmlformats.org/drawingml/2006/main" w="0">
            <a:noFill/>
          </a:ln>
        </p:spPr>
      </p:sp>
      <p:sp>
        <p:nvSpPr>
          <p:cNvPr id="39" name="arrow-178">
            <a:extLst xmlns:a="http://schemas.openxmlformats.org/drawingml/2006/main">
              <a:ext uri="{FF2B5EF4-FFF2-40B4-BE49-F238E27FC236}">
                <a16:creationId xmlns:a16="http://schemas.microsoft.com/office/drawing/2014/main" id="{E8FC7706-9CD5-4F28-BECF-E98194097E3C}"/>
              </a:ext>
            </a:extLst>
          </p:cNvPr>
          <p:cNvSpPr>
            <a:spLocks xmlns:a="http://schemas.openxmlformats.org/drawingml/2006/main" noGrp="1"/>
          </p:cNvSpPr>
          <p:nvPr/>
        </p:nvSpPr>
        <p:spPr>
          <a:xfrm xmlns:a="http://schemas.openxmlformats.org/drawingml/2006/main">
            <a:off x="4038600" y="5162550"/>
            <a:ext cx="228600"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40" name="arrow-179">
            <a:extLst xmlns:a="http://schemas.openxmlformats.org/drawingml/2006/main">
              <a:ext uri="{FF2B5EF4-FFF2-40B4-BE49-F238E27FC236}">
                <a16:creationId xmlns:a16="http://schemas.microsoft.com/office/drawing/2014/main" id="{006F5471-ABAC-4E1F-9671-5831DAB64999}"/>
              </a:ext>
            </a:extLst>
          </p:cNvPr>
          <p:cNvSpPr>
            <a:spLocks xmlns:a="http://schemas.openxmlformats.org/drawingml/2006/main" noGrp="1"/>
          </p:cNvSpPr>
          <p:nvPr/>
        </p:nvSpPr>
        <p:spPr>
          <a:xfrm xmlns:a="http://schemas.openxmlformats.org/drawingml/2006/main">
            <a:off x="9906000" y="4810125"/>
            <a:ext cx="152400" cy="133350"/>
          </a:xfrm>
          <a:prstGeom xmlns:a="http://schemas.openxmlformats.org/drawingml/2006/main" prst="downArrow">
            <a:avLst/>
          </a:prstGeom>
          <a:solidFill xmlns:a="http://schemas.openxmlformats.org/drawingml/2006/main">
            <a:srgbClr val="008D98"/>
          </a:solidFill>
          <a:ln xmlns:a="http://schemas.openxmlformats.org/drawingml/2006/main" w="0">
            <a:noFill/>
          </a:ln>
        </p:spPr>
      </p:sp>
      <p:sp>
        <p:nvSpPr>
          <p:cNvPr id="41" name="rect-180">
            <a:extLst xmlns:a="http://schemas.openxmlformats.org/drawingml/2006/main">
              <a:ext uri="{FF2B5EF4-FFF2-40B4-BE49-F238E27FC236}">
                <a16:creationId xmlns:a16="http://schemas.microsoft.com/office/drawing/2014/main" id="{7DBC06BC-DA8D-4AC5-9F95-F47C1DD14B30}"/>
              </a:ext>
            </a:extLst>
          </p:cNvPr>
          <p:cNvSpPr>
            <a:spLocks xmlns:a="http://schemas.openxmlformats.org/drawingml/2006/main" noGrp="1"/>
          </p:cNvSpPr>
          <p:nvPr/>
        </p:nvSpPr>
        <p:spPr>
          <a:xfrm xmlns:a="http://schemas.openxmlformats.org/drawingml/2006/main">
            <a:off x="457200" y="4953000"/>
            <a:ext cx="3505200" cy="5905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42" name="text-181">
            <a:extLst xmlns:a="http://schemas.openxmlformats.org/drawingml/2006/main">
              <a:ext uri="{FF2B5EF4-FFF2-40B4-BE49-F238E27FC236}">
                <a16:creationId xmlns:a16="http://schemas.microsoft.com/office/drawing/2014/main" id="{7B66C519-FAA9-4344-B2F7-FFCD5C37D199}"/>
              </a:ext>
            </a:extLst>
          </p:cNvPr>
          <p:cNvSpPr>
            <a:spLocks xmlns:a="http://schemas.openxmlformats.org/drawingml/2006/main" noGrp="1"/>
          </p:cNvSpPr>
          <p:nvPr/>
        </p:nvSpPr>
        <p:spPr>
          <a:xfrm xmlns:a="http://schemas.openxmlformats.org/drawingml/2006/main">
            <a:off x="609600" y="5010150"/>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목록 표시</a:t>
            </a:r>
          </a:p>
        </p:txBody>
      </p:sp>
      <p:sp>
        <p:nvSpPr>
          <p:cNvPr id="43" name="text-182">
            <a:extLst xmlns:a="http://schemas.openxmlformats.org/drawingml/2006/main">
              <a:ext uri="{FF2B5EF4-FFF2-40B4-BE49-F238E27FC236}">
                <a16:creationId xmlns:a16="http://schemas.microsoft.com/office/drawing/2014/main" id="{B738F1C7-BE52-46B8-BB5E-588D9DD7203E}"/>
              </a:ext>
            </a:extLst>
          </p:cNvPr>
          <p:cNvSpPr>
            <a:spLocks xmlns:a="http://schemas.openxmlformats.org/drawingml/2006/main" noGrp="1"/>
          </p:cNvSpPr>
          <p:nvPr/>
        </p:nvSpPr>
        <p:spPr>
          <a:xfrm xmlns:a="http://schemas.openxmlformats.org/drawingml/2006/main">
            <a:off x="609600" y="5286375"/>
            <a:ext cx="320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참조 관계 트리 또는 후보 목록</a:t>
            </a:r>
          </a:p>
        </p:txBody>
      </p:sp>
      <p:sp>
        <p:nvSpPr>
          <p:cNvPr id="44" name="rect-183">
            <a:extLst xmlns:a="http://schemas.openxmlformats.org/drawingml/2006/main">
              <a:ext uri="{FF2B5EF4-FFF2-40B4-BE49-F238E27FC236}">
                <a16:creationId xmlns:a16="http://schemas.microsoft.com/office/drawing/2014/main" id="{DB94FA9A-B633-4B0A-B3C3-6DC9FDC153D5}"/>
              </a:ext>
            </a:extLst>
          </p:cNvPr>
          <p:cNvSpPr>
            <a:spLocks xmlns:a="http://schemas.openxmlformats.org/drawingml/2006/main" noGrp="1"/>
          </p:cNvSpPr>
          <p:nvPr/>
        </p:nvSpPr>
        <p:spPr>
          <a:xfrm xmlns:a="http://schemas.openxmlformats.org/drawingml/2006/main">
            <a:off x="4343400" y="4953000"/>
            <a:ext cx="3505200" cy="5905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45" name="text-184">
            <a:extLst xmlns:a="http://schemas.openxmlformats.org/drawingml/2006/main">
              <a:ext uri="{FF2B5EF4-FFF2-40B4-BE49-F238E27FC236}">
                <a16:creationId xmlns:a16="http://schemas.microsoft.com/office/drawing/2014/main" id="{D07BE1C3-D5F5-437D-ACC2-1E923E8C3515}"/>
              </a:ext>
            </a:extLst>
          </p:cNvPr>
          <p:cNvSpPr>
            <a:spLocks xmlns:a="http://schemas.openxmlformats.org/drawingml/2006/main" noGrp="1"/>
          </p:cNvSpPr>
          <p:nvPr/>
        </p:nvSpPr>
        <p:spPr>
          <a:xfrm xmlns:a="http://schemas.openxmlformats.org/drawingml/2006/main">
            <a:off x="4495800" y="5010150"/>
            <a:ext cx="3200400" cy="257175"/>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650" b="1">
                <ns2:solidFill>
                  <ns2:srgbClr val="008D98"/>
                </ns2:solidFill>
                <ns2:latin typeface="Malgun Gothic"/>
                <ns2:ea typeface="Malgun Gothic"/>
                <ns2:cs typeface="Malgun Gothic"/>
              </ns2:rPr>
              <ns2:t>원본 에셋 위치로 이동</ns2:t>
            </ns2:r>
          </ns2:p>
        </p:txBody>
      </p:sp>
      <p:sp>
        <p:nvSpPr>
          <p:cNvPr id="46" name="text-185">
            <a:extLst xmlns:a="http://schemas.openxmlformats.org/drawingml/2006/main">
              <a:ext uri="{FF2B5EF4-FFF2-40B4-BE49-F238E27FC236}">
                <a16:creationId xmlns:a16="http://schemas.microsoft.com/office/drawing/2014/main" id="{D41DB790-C8E2-4DD4-8007-87BF9428C414}"/>
              </a:ext>
            </a:extLst>
          </p:cNvPr>
          <p:cNvSpPr>
            <a:spLocks xmlns:a="http://schemas.openxmlformats.org/drawingml/2006/main" noGrp="1"/>
          </p:cNvSpPr>
          <p:nvPr/>
        </p:nvSpPr>
        <p:spPr>
          <a:xfrm xmlns:a="http://schemas.openxmlformats.org/drawingml/2006/main">
            <a:off x="4495800" y="5286375"/>
            <a:ext cx="3200400" cy="209550"/>
          </a:xfrm>
          <a:prstGeom xmlns:a="http://schemas.openxmlformats.org/drawingml/2006/main" prst="rect">
            <a:avLst/>
          </a:prstGeom>
          <a:noFill xmlns:a="http://schemas.openxmlformats.org/drawingml/2006/main"/>
          <a:ln xmlns:a="http://schemas.openxmlformats.org/drawingml/2006/main" w="0">
            <a:noFill/>
          </a:ln>
        </p:spPr>
        <p:txBody>
          <ns3:bodyPr xmlns:ns3="http://schemas.openxmlformats.org/drawingml/2006/main" anchor="ctr" wrap="square" lIns="0" rIns="0" tIns="0" bIns="0"/>
          <ns4:lstStyle xmlns:ns4="http://schemas.openxmlformats.org/drawingml/2006/main"/>
          <ns5:p xmlns:ns5="http://schemas.openxmlformats.org/drawingml/2006/main">
            <ns5:pPr algn="l">
              <ns5:lnSpc>
                <ns5:spcPct val="100000"/>
              </ns5:lnSpc>
            </ns5:pPr>
            <ns5:r>
              <ns5:rPr sz="1350" b="0">
                <ns5:solidFill>
                  <ns5:srgbClr val="183440"/>
                </ns5:solidFill>
                <ns5:latin typeface="Malgun Gothic"/>
                <ns5:ea typeface="Malgun Gothic"/>
                <ns5:cs typeface="Malgun Gothic"/>
              </ns5:rPr>
              <ns5:t>표시된 결과 항목을 더블클릭</ns5:t>
            </ns5:r>
          </ns5:p>
        </p:txBody>
      </p:sp>
      <p:sp>
        <p:nvSpPr>
          <p:cNvPr id="47" name="rect-186">
            <a:extLst xmlns:a="http://schemas.openxmlformats.org/drawingml/2006/main">
              <a:ext uri="{FF2B5EF4-FFF2-40B4-BE49-F238E27FC236}">
                <a16:creationId xmlns:a16="http://schemas.microsoft.com/office/drawing/2014/main" id="{10DE1A87-3407-4D1F-A0DB-1D5EC1CE613B}"/>
              </a:ext>
            </a:extLst>
          </p:cNvPr>
          <p:cNvSpPr>
            <a:spLocks xmlns:a="http://schemas.openxmlformats.org/drawingml/2006/main" noGrp="1"/>
          </p:cNvSpPr>
          <p:nvPr/>
        </p:nvSpPr>
        <p:spPr>
          <a:xfrm xmlns:a="http://schemas.openxmlformats.org/drawingml/2006/main">
            <a:off x="8229600" y="4953000"/>
            <a:ext cx="3505200" cy="5905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48" name="text-187">
            <a:extLst xmlns:a="http://schemas.openxmlformats.org/drawingml/2006/main">
              <a:ext uri="{FF2B5EF4-FFF2-40B4-BE49-F238E27FC236}">
                <a16:creationId xmlns:a16="http://schemas.microsoft.com/office/drawing/2014/main" id="{7DE393C3-7A11-45D6-91C1-D5B345F7CAF1}"/>
              </a:ext>
            </a:extLst>
          </p:cNvPr>
          <p:cNvSpPr>
            <a:spLocks xmlns:a="http://schemas.openxmlformats.org/drawingml/2006/main" noGrp="1"/>
          </p:cNvSpPr>
          <p:nvPr/>
        </p:nvSpPr>
        <p:spPr>
          <a:xfrm xmlns:a="http://schemas.openxmlformats.org/drawingml/2006/main">
            <a:off x="8382000" y="5010150"/>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CSV 저장</a:t>
            </a:r>
          </a:p>
        </p:txBody>
      </p:sp>
      <p:sp>
        <p:nvSpPr>
          <p:cNvPr id="49" name="text-188">
            <a:extLst xmlns:a="http://schemas.openxmlformats.org/drawingml/2006/main">
              <a:ext uri="{FF2B5EF4-FFF2-40B4-BE49-F238E27FC236}">
                <a16:creationId xmlns:a16="http://schemas.microsoft.com/office/drawing/2014/main" id="{436AF8CD-4763-4A70-95F8-18BDF6D83E43}"/>
              </a:ext>
            </a:extLst>
          </p:cNvPr>
          <p:cNvSpPr>
            <a:spLocks xmlns:a="http://schemas.openxmlformats.org/drawingml/2006/main" noGrp="1"/>
          </p:cNvSpPr>
          <p:nvPr/>
        </p:nvSpPr>
        <p:spPr>
          <a:xfrm xmlns:a="http://schemas.openxmlformats.org/drawingml/2006/main">
            <a:off x="8382000" y="5286375"/>
            <a:ext cx="320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현재 결과와 해당 분석 모드를 저장</a:t>
            </a:r>
          </a:p>
        </p:txBody>
      </p:sp>
      <p:sp>
        <p:nvSpPr>
          <p:cNvPr id="50" name="rect-189">
            <a:extLst xmlns:a="http://schemas.openxmlformats.org/drawingml/2006/main">
              <a:ext uri="{FF2B5EF4-FFF2-40B4-BE49-F238E27FC236}">
                <a16:creationId xmlns:a16="http://schemas.microsoft.com/office/drawing/2014/main" id="{5767CDD1-FCD4-4026-82C0-80563121C74F}"/>
              </a:ext>
            </a:extLst>
          </p:cNvPr>
          <p:cNvSpPr>
            <a:spLocks xmlns:a="http://schemas.openxmlformats.org/drawingml/2006/main" noGrp="1"/>
          </p:cNvSpPr>
          <p:nvPr/>
        </p:nvSpPr>
        <p:spPr>
          <a:xfrm xmlns:a="http://schemas.openxmlformats.org/drawingml/2006/main">
            <a:off x="457200" y="5657850"/>
            <a:ext cx="11277600" cy="108585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51" name="text-190">
            <a:extLst xmlns:a="http://schemas.openxmlformats.org/drawingml/2006/main">
              <a:ext uri="{FF2B5EF4-FFF2-40B4-BE49-F238E27FC236}">
                <a16:creationId xmlns:a16="http://schemas.microsoft.com/office/drawing/2014/main" id="{1450098C-B123-48D4-AEB0-634A8A6C3B9D}"/>
              </a:ext>
            </a:extLst>
          </p:cNvPr>
          <p:cNvSpPr>
            <a:spLocks xmlns:a="http://schemas.openxmlformats.org/drawingml/2006/main" noGrp="1"/>
          </p:cNvSpPr>
          <p:nvPr/>
        </p:nvSpPr>
        <p:spPr>
          <a:xfrm xmlns:a="http://schemas.openxmlformats.org/drawingml/2006/main">
            <a:off x="609600" y="5715000"/>
            <a:ext cx="1104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1">
                <a:solidFill>
                  <a:srgbClr val="56616B"/>
                </a:solidFill>
                <a:latin typeface="Malgun Gothic"/>
                <a:ea typeface="Malgun Gothic"/>
                <a:cs typeface="Malgun Gothic"/>
              </a:defRPr>
            </a:defPPr>
            <a:lvl1pPr>
              <a:defRPr sz="1275" b="1">
                <a:solidFill>
                  <a:srgbClr val="56616B"/>
                </a:solidFill>
                <a:latin typeface="Malgun Gothic"/>
                <a:ea typeface="Malgun Gothic"/>
                <a:cs typeface="Malgun Gothic"/>
              </a:defRPr>
            </a:lvl1pPr>
            <a:lvl2pPr>
              <a:defRPr sz="1275" b="1">
                <a:solidFill>
                  <a:srgbClr val="56616B"/>
                </a:solidFill>
                <a:latin typeface="Malgun Gothic"/>
                <a:ea typeface="Malgun Gothic"/>
                <a:cs typeface="Malgun Gothic"/>
              </a:defRPr>
            </a:lvl2pPr>
            <a:lvl3pPr>
              <a:defRPr sz="1275" b="1">
                <a:solidFill>
                  <a:srgbClr val="56616B"/>
                </a:solidFill>
                <a:latin typeface="Malgun Gothic"/>
                <a:ea typeface="Malgun Gothic"/>
                <a:cs typeface="Malgun Gothic"/>
              </a:defRPr>
            </a:lvl3pPr>
            <a:lvl4pPr>
              <a:defRPr sz="1275" b="1">
                <a:solidFill>
                  <a:srgbClr val="56616B"/>
                </a:solidFill>
                <a:latin typeface="Malgun Gothic"/>
                <a:ea typeface="Malgun Gothic"/>
                <a:cs typeface="Malgun Gothic"/>
              </a:defRPr>
            </a:lvl4pPr>
            <a:lvl5pPr>
              <a:defRPr sz="1275" b="1">
                <a:solidFill>
                  <a:srgbClr val="56616B"/>
                </a:solidFill>
                <a:latin typeface="Malgun Gothic"/>
                <a:ea typeface="Malgun Gothic"/>
                <a:cs typeface="Malgun Gothic"/>
              </a:defRPr>
            </a:lvl5pPr>
            <a:lvl6pPr>
              <a:defRPr sz="1275" b="1">
                <a:solidFill>
                  <a:srgbClr val="56616B"/>
                </a:solidFill>
                <a:latin typeface="Malgun Gothic"/>
                <a:ea typeface="Malgun Gothic"/>
                <a:cs typeface="Malgun Gothic"/>
              </a:defRPr>
            </a:lvl6pPr>
            <a:lvl7pPr>
              <a:defRPr sz="1275" b="1">
                <a:solidFill>
                  <a:srgbClr val="56616B"/>
                </a:solidFill>
                <a:latin typeface="Malgun Gothic"/>
                <a:ea typeface="Malgun Gothic"/>
                <a:cs typeface="Malgun Gothic"/>
              </a:defRPr>
            </a:lvl7pPr>
            <a:lvl8pPr>
              <a:defRPr sz="1275" b="1">
                <a:solidFill>
                  <a:srgbClr val="56616B"/>
                </a:solidFill>
                <a:latin typeface="Malgun Gothic"/>
                <a:ea typeface="Malgun Gothic"/>
                <a:cs typeface="Malgun Gothic"/>
              </a:defRPr>
            </a:lvl8pPr>
            <a:lvl9pPr>
              <a:defRPr sz="1275" b="1">
                <a:solidFill>
                  <a:srgbClr val="56616B"/>
                </a:solidFill>
                <a:latin typeface="Malgun Gothic"/>
                <a:ea typeface="Malgun Gothic"/>
                <a:cs typeface="Malgun Gothic"/>
              </a:defRPr>
            </a:lvl9pPr>
          </a:lstStyle>
          <a:p xmlns:a="http://schemas.openxmlformats.org/drawingml/2006/main">
            <a:pPr>
              <a:defRPr sz="1275" b="1">
                <a:solidFill>
                  <a:srgbClr val="56616B"/>
                </a:solidFill>
                <a:latin typeface="Malgun Gothic"/>
                <a:ea typeface="Malgun Gothic"/>
                <a:cs typeface="Malgun Gothic"/>
              </a:defRPr>
            </a:pPr>
            <a:r>
              <a:rPr sz="1275" b="1">
                <a:solidFill>
                  <a:srgbClr val="56616B"/>
                </a:solidFill>
                <a:latin typeface="Malgun Gothic"/>
                <a:ea typeface="Malgun Gothic"/>
                <a:cs typeface="Malgun Gothic"/>
              </a:rPr>
              <a:t>구현 위치와 근거</a:t>
            </a:r>
          </a:p>
        </p:txBody>
      </p:sp>
      <p:sp>
        <p:nvSpPr>
          <p:cNvPr id="52" name="rect-191">
            <a:extLst xmlns:a="http://schemas.openxmlformats.org/drawingml/2006/main">
              <a:ext uri="{FF2B5EF4-FFF2-40B4-BE49-F238E27FC236}">
                <a16:creationId xmlns:a16="http://schemas.microsoft.com/office/drawing/2014/main" id="{D58E3D4B-9F81-4CCC-85BC-43D7E1F656A4}"/>
              </a:ext>
            </a:extLst>
          </p:cNvPr>
          <p:cNvSpPr>
            <a:spLocks xmlns:a="http://schemas.openxmlformats.org/drawingml/2006/main" noGrp="1"/>
          </p:cNvSpPr>
          <p:nvPr/>
        </p:nvSpPr>
        <p:spPr>
          <a:xfrm xmlns:a="http://schemas.openxmlformats.org/drawingml/2006/main">
            <a:off x="4095750" y="5981700"/>
            <a:ext cx="9525" cy="6667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53" name="rect-192">
            <a:extLst xmlns:a="http://schemas.openxmlformats.org/drawingml/2006/main">
              <a:ext uri="{FF2B5EF4-FFF2-40B4-BE49-F238E27FC236}">
                <a16:creationId xmlns:a16="http://schemas.microsoft.com/office/drawing/2014/main" id="{841ABA73-ABFC-4B97-A56B-8CEE8DF21A0D}"/>
              </a:ext>
            </a:extLst>
          </p:cNvPr>
          <p:cNvSpPr>
            <a:spLocks xmlns:a="http://schemas.openxmlformats.org/drawingml/2006/main" noGrp="1"/>
          </p:cNvSpPr>
          <p:nvPr/>
        </p:nvSpPr>
        <p:spPr>
          <a:xfrm xmlns:a="http://schemas.openxmlformats.org/drawingml/2006/main">
            <a:off x="7943850" y="5981700"/>
            <a:ext cx="9525" cy="6667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54" name="text-193">
            <a:extLst xmlns:a="http://schemas.openxmlformats.org/drawingml/2006/main">
              <a:ext uri="{FF2B5EF4-FFF2-40B4-BE49-F238E27FC236}">
                <a16:creationId xmlns:a16="http://schemas.microsoft.com/office/drawing/2014/main" id="{7B5549DD-E1AE-4C99-AEB2-590D388A2015}"/>
              </a:ext>
            </a:extLst>
          </p:cNvPr>
          <p:cNvSpPr>
            <a:spLocks xmlns:a="http://schemas.openxmlformats.org/drawingml/2006/main" noGrp="1"/>
          </p:cNvSpPr>
          <p:nvPr/>
        </p:nvSpPr>
        <p:spPr>
          <a:xfrm xmlns:a="http://schemas.openxmlformats.org/drawingml/2006/main">
            <a:off x="609600" y="59817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입력·탐색·표시: Slate 위젯</a:t>
            </a:r>
          </a:p>
        </p:txBody>
      </p:sp>
      <p:sp>
        <p:nvSpPr>
          <p:cNvPr id="55" name="text-194">
            <a:extLst xmlns:a="http://schemas.openxmlformats.org/drawingml/2006/main">
              <a:ext uri="{FF2B5EF4-FFF2-40B4-BE49-F238E27FC236}">
                <a16:creationId xmlns:a16="http://schemas.microsoft.com/office/drawing/2014/main" id="{49F6F870-69E5-4F8F-AFDA-49EA1A864750}"/>
              </a:ext>
            </a:extLst>
          </p:cNvPr>
          <p:cNvSpPr>
            <a:spLocks xmlns:a="http://schemas.openxmlformats.org/drawingml/2006/main" noGrp="1"/>
          </p:cNvSpPr>
          <p:nvPr/>
        </p:nvSpPr>
        <p:spPr>
          <a:xfrm xmlns:a="http://schemas.openxmlformats.org/drawingml/2006/main">
            <a:off x="609600" y="6229350"/>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Asset Registry · STreeView · RefreshTree</a:t>
            </a:r>
          </a:p>
        </p:txBody>
      </p:sp>
      <p:sp>
        <p:nvSpPr>
          <p:cNvPr id="56" name="link-195">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88B31CED-928E-47F3-871E-935938F9FCBA}"/>
              </a:ext>
            </a:extLst>
          </p:cNvPr>
          <p:cNvSpPr>
            <a:spLocks xmlns:a="http://schemas.openxmlformats.org/drawingml/2006/main" noGrp="1"/>
          </p:cNvSpPr>
          <p:nvPr/>
        </p:nvSpPr>
        <p:spPr>
          <a:xfrm xmlns:a="http://schemas.openxmlformats.org/drawingml/2006/main">
            <a:off x="60960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관계·후보 탐색과 UI 구현 ↗</a:t>
            </a:r>
          </a:p>
        </p:txBody>
      </p:sp>
      <p:sp>
        <p:nvSpPr>
          <p:cNvPr id="57" name="text-196">
            <a:extLst xmlns:a="http://schemas.openxmlformats.org/drawingml/2006/main">
              <a:ext uri="{FF2B5EF4-FFF2-40B4-BE49-F238E27FC236}">
                <a16:creationId xmlns:a16="http://schemas.microsoft.com/office/drawing/2014/main" id="{9D9E5137-F553-4F06-9FA1-2C64FF8E0904}"/>
              </a:ext>
            </a:extLst>
          </p:cNvPr>
          <p:cNvSpPr>
            <a:spLocks xmlns:a="http://schemas.openxmlformats.org/drawingml/2006/main" noGrp="1"/>
          </p:cNvSpPr>
          <p:nvPr/>
        </p:nvSpPr>
        <p:spPr>
          <a:xfrm xmlns:a="http://schemas.openxmlformats.org/drawingml/2006/main">
            <a:off x="4286250" y="5981700"/>
            <a:ext cx="348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결과·분석 모드 보관</a:t>
            </a:r>
          </a:p>
        </p:txBody>
      </p:sp>
      <p:sp>
        <p:nvSpPr>
          <p:cNvPr id="58" name="text-197">
            <a:extLst xmlns:a="http://schemas.openxmlformats.org/drawingml/2006/main">
              <a:ext uri="{FF2B5EF4-FFF2-40B4-BE49-F238E27FC236}">
                <a16:creationId xmlns:a16="http://schemas.microsoft.com/office/drawing/2014/main" id="{25BC1D1B-48B3-43E6-B850-ABD4A5DAC5B1}"/>
              </a:ext>
            </a:extLst>
          </p:cNvPr>
          <p:cNvSpPr>
            <a:spLocks xmlns:a="http://schemas.openxmlformats.org/drawingml/2006/main" noGrp="1"/>
          </p:cNvSpPr>
          <p:nvPr/>
        </p:nvSpPr>
        <p:spPr>
          <a:xfrm xmlns:a="http://schemas.openxmlformats.org/drawingml/2006/main">
            <a:off x="4286250" y="6229350"/>
            <a:ext cx="3486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TreeRootItems · CurrentTreeMode</a:t>
            </a:r>
          </a:p>
        </p:txBody>
      </p:sp>
      <p:sp>
        <p:nvSpPr>
          <p:cNvPr id="59" name="text-198">
            <a:extLst xmlns:a="http://schemas.openxmlformats.org/drawingml/2006/main">
              <a:ext uri="{FF2B5EF4-FFF2-40B4-BE49-F238E27FC236}">
                <a16:creationId xmlns:a16="http://schemas.microsoft.com/office/drawing/2014/main" id="{90CA100B-FAB7-4EAF-B0C1-6C2323CF3DC1}"/>
              </a:ext>
            </a:extLst>
          </p:cNvPr>
          <p:cNvSpPr>
            <a:spLocks xmlns:a="http://schemas.openxmlformats.org/drawingml/2006/main" noGrp="1"/>
          </p:cNvSpPr>
          <p:nvPr/>
        </p:nvSpPr>
        <p:spPr>
          <a:xfrm xmlns:a="http://schemas.openxmlformats.org/drawingml/2006/main">
            <a:off x="8134350" y="5981700"/>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필터·CSV 처리: 별도 헬퍼</a:t>
            </a:r>
          </a:p>
        </p:txBody>
      </p:sp>
      <p:sp>
        <p:nvSpPr>
          <p:cNvPr id="60" name="text-199">
            <a:extLst xmlns:a="http://schemas.openxmlformats.org/drawingml/2006/main">
              <a:ext uri="{FF2B5EF4-FFF2-40B4-BE49-F238E27FC236}">
                <a16:creationId xmlns:a16="http://schemas.microsoft.com/office/drawing/2014/main" id="{BD0F8CD5-9FA0-492B-BFA2-5183EE38F72A}"/>
              </a:ext>
            </a:extLst>
          </p:cNvPr>
          <p:cNvSpPr>
            <a:spLocks xmlns:a="http://schemas.openxmlformats.org/drawingml/2006/main" noGrp="1"/>
          </p:cNvSpPr>
          <p:nvPr/>
        </p:nvSpPr>
        <p:spPr>
          <a:xfrm xmlns:a="http://schemas.openxmlformats.org/drawingml/2006/main">
            <a:off x="8134350" y="6229350"/>
            <a:ext cx="3448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CSV Exporter에 현재 결과·모드 전달</a:t>
            </a:r>
          </a:p>
        </p:txBody>
      </p:sp>
      <p:sp>
        <p:nvSpPr>
          <p:cNvPr id="61" name="link-200">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5538B9AB-D925-486E-AD17-02D25245651F}"/>
              </a:ext>
            </a:extLst>
          </p:cNvPr>
          <p:cNvSpPr>
            <a:spLocks xmlns:a="http://schemas.openxmlformats.org/drawingml/2006/main" noGrp="1"/>
          </p:cNvSpPr>
          <p:nvPr/>
        </p:nvSpPr>
        <p:spPr>
          <a:xfrm xmlns:a="http://schemas.openxmlformats.org/drawingml/2006/main">
            <a:off x="8134350" y="6477000"/>
            <a:ext cx="3448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CSV 형식과 저장 책임 ↗</a:t>
            </a:r>
          </a:p>
        </p:txBody>
      </p:sp>
    </p:spTree>
    <p:extLst>
      <p:ext uri="{BB962C8B-B14F-4D97-AF65-F5344CB8AC3E}">
        <p14:creationId xmlns:p14="http://schemas.microsoft.com/office/powerpoint/2010/main" val="964800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201">
            <a:extLst xmlns:a="http://schemas.openxmlformats.org/drawingml/2006/main">
              <a:ext uri="{FF2B5EF4-FFF2-40B4-BE49-F238E27FC236}">
                <a16:creationId xmlns:a16="http://schemas.microsoft.com/office/drawing/2014/main" id="{F8AAE280-657B-4991-B4AC-A97CDFAB822F}"/>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202">
            <a:extLst xmlns:a="http://schemas.openxmlformats.org/drawingml/2006/main">
              <a:ext uri="{FF2B5EF4-FFF2-40B4-BE49-F238E27FC236}">
                <a16:creationId xmlns:a16="http://schemas.microsoft.com/office/drawing/2014/main" id="{E525A57E-EDAB-4FE3-830E-863D76FE91B1}"/>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203">
            <a:extLst xmlns:a="http://schemas.openxmlformats.org/drawingml/2006/main">
              <a:ext uri="{FF2B5EF4-FFF2-40B4-BE49-F238E27FC236}">
                <a16:creationId xmlns:a16="http://schemas.microsoft.com/office/drawing/2014/main" id="{DBDFA464-A000-41BB-9CF4-0CA05937CEF3}"/>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CSV 저장 기능</a:t>
            </a:r>
          </a:p>
        </p:txBody>
      </p:sp>
      <p:sp>
        <p:nvSpPr>
          <p:cNvPr id="4" name="text-204">
            <a:extLst xmlns:a="http://schemas.openxmlformats.org/drawingml/2006/main">
              <a:ext uri="{FF2B5EF4-FFF2-40B4-BE49-F238E27FC236}">
                <a16:creationId xmlns:a16="http://schemas.microsoft.com/office/drawing/2014/main" id="{E7C408D8-10D2-4770-BF64-244C445C17F3}"/>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화면의 분석 결과를 CSV 파일로 저장</a:t>
            </a:r>
          </a:p>
        </p:txBody>
      </p:sp>
      <p:sp>
        <p:nvSpPr>
          <p:cNvPr id="5" name="text-205">
            <a:extLst xmlns:a="http://schemas.openxmlformats.org/drawingml/2006/main">
              <a:ext uri="{FF2B5EF4-FFF2-40B4-BE49-F238E27FC236}">
                <a16:creationId xmlns:a16="http://schemas.microsoft.com/office/drawing/2014/main" id="{2F9F76C8-2C02-493E-BAE9-B0796E39412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플러그인에서 확인한 참조 관계를 외부에서도 검토할 수 있도록 파일로 남겼습니다.</a:t>
            </a:r>
          </a:p>
        </p:txBody>
      </p:sp>
      <p:sp>
        <p:nvSpPr>
          <p:cNvPr id="6" name="text-206">
            <a:extLst xmlns:a="http://schemas.openxmlformats.org/drawingml/2006/main">
              <a:ext uri="{FF2B5EF4-FFF2-40B4-BE49-F238E27FC236}">
                <a16:creationId xmlns:a16="http://schemas.microsoft.com/office/drawing/2014/main" id="{6B48048F-069D-4D67-A3EB-5FAF4F18463B}"/>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14 / 15</a:t>
            </a:r>
          </a:p>
        </p:txBody>
      </p:sp>
      <p:sp>
        <p:nvSpPr>
          <p:cNvPr id="7" name="link-207">
            <a:extLst xmlns:a="http://schemas.openxmlformats.org/drawingml/2006/main">
              <a:ext uri="{FF2B5EF4-FFF2-40B4-BE49-F238E27FC236}">
                <a16:creationId xmlns:a16="http://schemas.microsoft.com/office/drawing/2014/main" id="{904455E2-1B7B-419F-9035-42F9EA7DCE92}"/>
              </a:ext>
            </a:extLst>
            <ns0:hlinkClick xmlns:ns0="http://schemas.openxmlformats.org/drawingml/2006/main" xmlns:ns1="http://schemas.openxmlformats.org/officeDocument/2006/relationships" ns1:id="rIdLink7"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208">
            <a:extLst xmlns:a="http://schemas.openxmlformats.org/drawingml/2006/main">
              <a:ext uri="{FF2B5EF4-FFF2-40B4-BE49-F238E27FC236}">
                <a16:creationId xmlns:a16="http://schemas.microsoft.com/office/drawing/2014/main" id="{8E1A213C-4567-4C24-A6B1-5871788CE99B}"/>
              </a:ext>
            </a:extLst>
          </p:cNvPr>
          <p:cNvSpPr>
            <a:spLocks xmlns:a="http://schemas.openxmlformats.org/drawingml/2006/main" noGrp="1"/>
          </p:cNvSpPr>
          <p:nvPr/>
        </p:nvSpPr>
        <p:spPr>
          <a:xfrm xmlns:a="http://schemas.openxmlformats.org/drawingml/2006/main">
            <a:off x="457200" y="212407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① 실제 분석 화면</a:t>
            </a:r>
          </a:p>
        </p:txBody>
      </p:sp>
      <p:sp>
        <p:nvSpPr>
          <p:cNvPr id="9" name="text-209">
            <a:extLst xmlns:a="http://schemas.openxmlformats.org/drawingml/2006/main">
              <a:ext uri="{FF2B5EF4-FFF2-40B4-BE49-F238E27FC236}">
                <a16:creationId xmlns:a16="http://schemas.microsoft.com/office/drawing/2014/main" id="{5E0ECEB6-E151-45EC-A480-6AB29BA92D0C}"/>
              </a:ext>
            </a:extLst>
          </p:cNvPr>
          <p:cNvSpPr>
            <a:spLocks xmlns:a="http://schemas.openxmlformats.org/drawingml/2006/main" noGrp="1"/>
          </p:cNvSpPr>
          <p:nvPr/>
        </p:nvSpPr>
        <p:spPr>
          <a:xfrm xmlns:a="http://schemas.openxmlformats.org/drawingml/2006/main">
            <a:off x="4686300" y="2124075"/>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② CSV 저장</a:t>
            </a:r>
          </a:p>
        </p:txBody>
      </p:sp>
      <p:sp>
        <p:nvSpPr>
          <p:cNvPr id="10" name="text-210">
            <a:extLst xmlns:a="http://schemas.openxmlformats.org/drawingml/2006/main">
              <a:ext uri="{FF2B5EF4-FFF2-40B4-BE49-F238E27FC236}">
                <a16:creationId xmlns:a16="http://schemas.microsoft.com/office/drawing/2014/main" id="{D8FDAADD-591A-4BF0-821C-4D5306FF62AC}"/>
              </a:ext>
            </a:extLst>
          </p:cNvPr>
          <p:cNvSpPr>
            <a:spLocks xmlns:a="http://schemas.openxmlformats.org/drawingml/2006/main" noGrp="1"/>
          </p:cNvSpPr>
          <p:nvPr/>
        </p:nvSpPr>
        <p:spPr>
          <a:xfrm xmlns:a="http://schemas.openxmlformats.org/drawingml/2006/main">
            <a:off x="7429500" y="2124075"/>
            <a:ext cx="4305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③ 실제 CSV 결과</a:t>
            </a:r>
          </a:p>
        </p:txBody>
      </p:sp>
      <p:pic>
        <p:nvPicPr>
          <p:cNvPr id="11" name="">
            <a:extLst xmlns:a="http://schemas.openxmlformats.org/drawingml/2006/main">
              <a:ext uri="{FF2B5EF4-FFF2-40B4-BE49-F238E27FC236}">
                <a16:creationId xmlns:a16="http://schemas.microsoft.com/office/drawing/2014/main" id="{3731283E-6397-4FED-862F-D8C3F8213062}"/>
              </a:ext>
            </a:extLst>
          </p:cNvPr>
          <p:cNvPicPr>
            <a:picLocks xmlns:a="http://schemas.openxmlformats.org/drawingml/2006/main" noChangeAspect="1"/>
          </p:cNvPicPr>
          <p:nvPr/>
        </p:nvPicPr>
        <p:blipFill>
          <a:blip xmlns:r="http://schemas.openxmlformats.org/officeDocument/2006/relationships" xmlns:a="http://schemas.openxmlformats.org/drawingml/2006/main" r:embed="Rb3d208144fb7402d"/>
          <a:stretch xmlns:a="http://schemas.openxmlformats.org/drawingml/2006/main"/>
        </p:blipFill>
        <p:spPr>
          <a:xfrm xmlns:a="http://schemas.openxmlformats.org/drawingml/2006/main">
            <a:off x="457200" y="2590800"/>
            <a:ext cx="3714750" cy="242064"/>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5C6CBF2-A8E7-461E-A12D-C617AC6C53CC}"/>
              </a:ext>
            </a:extLst>
          </p:cNvPr>
          <p:cNvPicPr>
            <a:picLocks xmlns:a="http://schemas.openxmlformats.org/drawingml/2006/main" noChangeAspect="1"/>
          </p:cNvPicPr>
          <p:nvPr/>
        </p:nvPicPr>
        <p:blipFill>
          <a:blip xmlns:r="http://schemas.openxmlformats.org/officeDocument/2006/relationships" xmlns:a="http://schemas.openxmlformats.org/drawingml/2006/main" r:embed="Rff01f58f6dac4edf"/>
          <a:stretch xmlns:a="http://schemas.openxmlformats.org/drawingml/2006/main"/>
        </p:blipFill>
        <p:spPr>
          <a:xfrm xmlns:a="http://schemas.openxmlformats.org/drawingml/2006/main">
            <a:off x="457200" y="3005910"/>
            <a:ext cx="3714750" cy="72789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B4864339-E584-44CD-B9E4-879F1870F938}"/>
              </a:ext>
            </a:extLst>
          </p:cNvPr>
          <p:cNvPicPr>
            <a:picLocks xmlns:a="http://schemas.openxmlformats.org/drawingml/2006/main" noChangeAspect="1"/>
          </p:cNvPicPr>
          <p:nvPr/>
        </p:nvPicPr>
        <p:blipFill>
          <a:blip xmlns:r="http://schemas.openxmlformats.org/officeDocument/2006/relationships" xmlns:a="http://schemas.openxmlformats.org/drawingml/2006/main" r:embed="R69a0b78430784a0b"/>
          <a:stretch xmlns:a="http://schemas.openxmlformats.org/drawingml/2006/main"/>
        </p:blipFill>
        <p:spPr>
          <a:xfrm xmlns:a="http://schemas.openxmlformats.org/drawingml/2006/main">
            <a:off x="4686300" y="2590800"/>
            <a:ext cx="2190750" cy="347943"/>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8432B8E6-E411-4AB2-8822-516B4C230353}"/>
              </a:ext>
            </a:extLst>
          </p:cNvPr>
          <p:cNvPicPr>
            <a:picLocks xmlns:a="http://schemas.openxmlformats.org/drawingml/2006/main" noChangeAspect="1"/>
          </p:cNvPicPr>
          <p:nvPr/>
        </p:nvPicPr>
        <p:blipFill>
          <a:blip xmlns:r="http://schemas.openxmlformats.org/officeDocument/2006/relationships" xmlns:a="http://schemas.openxmlformats.org/drawingml/2006/main" r:embed="R96ab43ab54c34fe5"/>
          <a:stretch xmlns:a="http://schemas.openxmlformats.org/drawingml/2006/main"/>
        </p:blipFill>
        <p:spPr>
          <a:xfrm xmlns:a="http://schemas.openxmlformats.org/drawingml/2006/main">
            <a:off x="4686300" y="3248166"/>
            <a:ext cx="2190750" cy="485634"/>
          </a:xfrm>
          <a:prstGeom xmlns:a="http://schemas.openxmlformats.org/drawingml/2006/main" prst="rect">
            <a:avLst/>
          </a:prstGeom>
        </p:spPr>
      </p:pic>
      <p:sp>
        <p:nvSpPr>
          <p:cNvPr id="15" name="arrow-211">
            <a:extLst xmlns:a="http://schemas.openxmlformats.org/drawingml/2006/main">
              <a:ext uri="{FF2B5EF4-FFF2-40B4-BE49-F238E27FC236}">
                <a16:creationId xmlns:a16="http://schemas.microsoft.com/office/drawing/2014/main" id="{CAB08F92-C958-4583-80F4-5C1A18387C61}"/>
              </a:ext>
            </a:extLst>
          </p:cNvPr>
          <p:cNvSpPr>
            <a:spLocks xmlns:a="http://schemas.openxmlformats.org/drawingml/2006/main" noGrp="1"/>
          </p:cNvSpPr>
          <p:nvPr/>
        </p:nvSpPr>
        <p:spPr>
          <a:xfrm xmlns:a="http://schemas.openxmlformats.org/drawingml/2006/main">
            <a:off x="4267200" y="3076575"/>
            <a:ext cx="238125"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16" name="arrow-212">
            <a:extLst xmlns:a="http://schemas.openxmlformats.org/drawingml/2006/main">
              <a:ext uri="{FF2B5EF4-FFF2-40B4-BE49-F238E27FC236}">
                <a16:creationId xmlns:a16="http://schemas.microsoft.com/office/drawing/2014/main" id="{D338C7CE-568C-4C5B-B13B-1E40B5F0EFDA}"/>
              </a:ext>
            </a:extLst>
          </p:cNvPr>
          <p:cNvSpPr>
            <a:spLocks xmlns:a="http://schemas.openxmlformats.org/drawingml/2006/main" noGrp="1"/>
          </p:cNvSpPr>
          <p:nvPr/>
        </p:nvSpPr>
        <p:spPr>
          <a:xfrm xmlns:a="http://schemas.openxmlformats.org/drawingml/2006/main">
            <a:off x="7029450" y="3076575"/>
            <a:ext cx="238125" cy="171450"/>
          </a:xfrm>
          <a:prstGeom xmlns:a="http://schemas.openxmlformats.org/drawingml/2006/main" prst="rightArrow">
            <a:avLst/>
          </a:prstGeom>
          <a:solidFill xmlns:a="http://schemas.openxmlformats.org/drawingml/2006/main">
            <a:srgbClr val="008D98"/>
          </a:solidFill>
          <a:ln xmlns:a="http://schemas.openxmlformats.org/drawingml/2006/main" w="0">
            <a:noFill/>
          </a:ln>
        </p:spPr>
      </p:sp>
      <p:graphicFrame>
        <p:nvGraphicFramePr>
          <p:cNvPr id="17" name="">
            <a:extLst xmlns:a="http://schemas.openxmlformats.org/drawingml/2006/main">
              <a:ext uri="{FF2B5EF4-FFF2-40B4-BE49-F238E27FC236}">
                <a16:creationId xmlns:a16="http://schemas.microsoft.com/office/drawing/2014/main" id="{5420CF5D-C91C-48E3-8F01-461EEFAD847A}"/>
              </a:ext>
            </a:extLst>
          </p:cNvPr>
          <p:cNvGraphicFramePr/>
          <p:nvPr/>
        </p:nvGraphicFramePr>
        <p:xfrm>
          <a:off xmlns:a="http://schemas.openxmlformats.org/drawingml/2006/main" x="7429500" y="2590800"/>
          <a:ext xmlns:a="http://schemas.openxmlformats.org/drawingml/2006/main" cx="4305300" cy="1143000"/>
        </p:xfrm>
        <a:graphic xmlns:a="http://schemas.openxmlformats.org/drawingml/2006/main">
          <a:graphicData uri="http://schemas.openxmlformats.org/drawingml/2006/table">
            <a:tbl>
              <a:tblPr/>
              <a:tblGrid>
                <a:gridCol w="2000250"/>
                <a:gridCol w="685800"/>
                <a:gridCol w="1619250"/>
              </a:tblGrid>
              <a:tr h="285750">
                <a:tc>
                  <a:txBody>
                    <a:bodyPr/>
                    <a:lstStyle/>
                    <a:p>
                      <a:r>
                        <a:rPr sz="1350" b="1">
                          <a:solidFill>
                            <a:srgbClr val="183440"/>
                          </a:solidFill>
                          <a:latin typeface="Malgun Gothic"/>
                          <a:ea typeface="Malgun Gothic"/>
                          <a:cs typeface="Malgun Gothic"/>
                        </a:rPr>
                        <a:t>AssetName</a:t>
                      </a:r>
                    </a:p>
                  </a:txBody>
                  <a:tcPr marL="95250" marR="66675" marT="28575" marB="28575"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Depth</a:t>
                      </a:r>
                    </a:p>
                  </a:txBody>
                  <a:tcPr marL="95250" marR="66675" marT="28575" marB="28575"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Mode</a:t>
                      </a:r>
                    </a:p>
                  </a:txBody>
                  <a:tcPr marL="95250" marR="66675" marT="28575" marB="28575"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285750">
                <a:tc>
                  <a:txBody>
                    <a:bodyPr/>
                    <a:lstStyle/>
                    <a:p>
                      <a:r>
                        <a:rPr sz="1350" b="0">
                          <a:solidFill>
                            <a:srgbClr val="183440"/>
                          </a:solidFill>
                          <a:latin typeface="Malgun Gothic"/>
                          <a:ea typeface="Malgun Gothic"/>
                          <a:cs typeface="Malgun Gothic"/>
                        </a:rPr>
                        <a:t>BP_Dummy</a:t>
                      </a:r>
                    </a:p>
                  </a:txBody>
                  <a:tcPr marL="95250" marR="66675" marT="28575" marB="28575"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0</a:t>
                      </a:r>
                    </a:p>
                  </a:txBody>
                  <a:tcPr marL="95250" marR="66675" marT="28575" marB="28575"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Dependencies</a:t>
                      </a:r>
                    </a:p>
                  </a:txBody>
                  <a:tcPr marL="95250" marR="66675" marT="28575" marB="28575" anchor="ctr">
                    <a:lnR w="6668">
                      <a:solidFill>
                        <a:srgbClr val="CBDDE1"/>
                      </a:solidFill>
                      <a:prstDash val="solid"/>
                    </a:lnR>
                    <a:lnB w="6668">
                      <a:solidFill>
                        <a:srgbClr val="CBDDE1"/>
                      </a:solidFill>
                      <a:prstDash val="solid"/>
                    </a:lnB>
                    <a:solidFill>
                      <a:srgbClr val="FFFFFF"/>
                    </a:solidFill>
                  </a:tcPr>
                </a:tc>
              </a:tr>
              <a:tr h="285750">
                <a:tc>
                  <a:txBody>
                    <a:bodyPr/>
                    <a:lstStyle/>
                    <a:p>
                      <a:r>
                        <a:rPr sz="1350" b="0">
                          <a:solidFill>
                            <a:srgbClr val="183440"/>
                          </a:solidFill>
                          <a:latin typeface="Malgun Gothic"/>
                          <a:ea typeface="Malgun Gothic"/>
                          <a:cs typeface="Malgun Gothic"/>
                        </a:rPr>
                        <a:t>M_Dummy</a:t>
                      </a:r>
                    </a:p>
                  </a:txBody>
                  <a:tcPr marL="95250" marR="66675" marT="28575" marB="28575"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1</a:t>
                      </a:r>
                    </a:p>
                  </a:txBody>
                  <a:tcPr marL="95250" marR="66675" marT="28575" marB="28575"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Dependencies</a:t>
                      </a:r>
                    </a:p>
                  </a:txBody>
                  <a:tcPr marL="95250" marR="66675" marT="28575" marB="28575" anchor="ctr">
                    <a:lnR w="6668">
                      <a:solidFill>
                        <a:srgbClr val="CBDDE1"/>
                      </a:solidFill>
                      <a:prstDash val="solid"/>
                    </a:lnR>
                    <a:lnB w="6668">
                      <a:solidFill>
                        <a:srgbClr val="CBDDE1"/>
                      </a:solidFill>
                      <a:prstDash val="solid"/>
                    </a:lnB>
                    <a:solidFill>
                      <a:srgbClr val="FFFFFF"/>
                    </a:solidFill>
                  </a:tcPr>
                </a:tc>
              </a:tr>
              <a:tr h="285750">
                <a:tc>
                  <a:txBody>
                    <a:bodyPr/>
                    <a:lstStyle/>
                    <a:p>
                      <a:r>
                        <a:rPr sz="1350" b="0">
                          <a:solidFill>
                            <a:srgbClr val="183440"/>
                          </a:solidFill>
                          <a:latin typeface="Malgun Gothic"/>
                          <a:ea typeface="Malgun Gothic"/>
                          <a:cs typeface="Malgun Gothic"/>
                        </a:rPr>
                        <a:t>T_Dummy_Color</a:t>
                      </a:r>
                    </a:p>
                  </a:txBody>
                  <a:tcPr marL="95250" marR="66675" marT="28575" marB="28575"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2</a:t>
                      </a:r>
                    </a:p>
                  </a:txBody>
                  <a:tcPr marL="95250" marR="66675" marT="28575" marB="28575"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Dependencies</a:t>
                      </a:r>
                    </a:p>
                  </a:txBody>
                  <a:tcPr marL="95250" marR="66675" marT="28575" marB="28575"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18" name="text-213">
            <a:extLst xmlns:a="http://schemas.openxmlformats.org/drawingml/2006/main">
              <a:ext uri="{FF2B5EF4-FFF2-40B4-BE49-F238E27FC236}">
                <a16:creationId xmlns:a16="http://schemas.microsoft.com/office/drawing/2014/main" id="{5A704CCD-3377-4F11-963F-6E3A51FB1977}"/>
              </a:ext>
            </a:extLst>
          </p:cNvPr>
          <p:cNvSpPr>
            <a:spLocks xmlns:a="http://schemas.openxmlformats.org/drawingml/2006/main" noGrp="1"/>
          </p:cNvSpPr>
          <p:nvPr/>
        </p:nvSpPr>
        <p:spPr>
          <a:xfrm xmlns:a="http://schemas.openxmlformats.org/drawingml/2006/main">
            <a:off x="457200" y="3848100"/>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개발 당시 화면·CSV · 오른쪽 표는 일부 열 발췌</a:t>
            </a:r>
          </a:p>
        </p:txBody>
      </p:sp>
      <p:sp>
        <p:nvSpPr>
          <p:cNvPr id="19" name="text-214">
            <a:extLst xmlns:a="http://schemas.openxmlformats.org/drawingml/2006/main">
              <a:ext uri="{FF2B5EF4-FFF2-40B4-BE49-F238E27FC236}">
                <a16:creationId xmlns:a16="http://schemas.microsoft.com/office/drawing/2014/main" id="{759A654C-1A91-4DC9-BE27-9861C3A3B122}"/>
              </a:ext>
            </a:extLst>
          </p:cNvPr>
          <p:cNvSpPr>
            <a:spLocks xmlns:a="http://schemas.openxmlformats.org/drawingml/2006/main" noGrp="1"/>
          </p:cNvSpPr>
          <p:nvPr/>
        </p:nvSpPr>
        <p:spPr>
          <a:xfrm xmlns:a="http://schemas.openxmlformats.org/drawingml/2006/main">
            <a:off x="457200" y="4191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xmlns:a="http://schemas.openxmlformats.org/drawingml/2006/main">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CSV 저장 방식</a:t>
            </a:r>
          </a:p>
        </p:txBody>
      </p:sp>
      <p:sp>
        <p:nvSpPr>
          <p:cNvPr id="20" name="rect-215">
            <a:extLst xmlns:a="http://schemas.openxmlformats.org/drawingml/2006/main">
              <a:ext uri="{FF2B5EF4-FFF2-40B4-BE49-F238E27FC236}">
                <a16:creationId xmlns:a16="http://schemas.microsoft.com/office/drawing/2014/main" id="{C1875B2A-AD9F-4B3F-9007-DB809FE14421}"/>
              </a:ext>
            </a:extLst>
          </p:cNvPr>
          <p:cNvSpPr>
            <a:spLocks xmlns:a="http://schemas.openxmlformats.org/drawingml/2006/main" noGrp="1"/>
          </p:cNvSpPr>
          <p:nvPr/>
        </p:nvSpPr>
        <p:spPr>
          <a:xfrm xmlns:a="http://schemas.openxmlformats.org/drawingml/2006/main">
            <a:off x="457200" y="4552950"/>
            <a:ext cx="3714750" cy="523875"/>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1" name="text-216">
            <a:extLst xmlns:a="http://schemas.openxmlformats.org/drawingml/2006/main">
              <a:ext uri="{FF2B5EF4-FFF2-40B4-BE49-F238E27FC236}">
                <a16:creationId xmlns:a16="http://schemas.microsoft.com/office/drawing/2014/main" id="{874BC07B-135D-453A-BC0B-CFE129E5B422}"/>
              </a:ext>
            </a:extLst>
          </p:cNvPr>
          <p:cNvSpPr>
            <a:spLocks xmlns:a="http://schemas.openxmlformats.org/drawingml/2006/main" noGrp="1"/>
          </p:cNvSpPr>
          <p:nvPr/>
        </p:nvSpPr>
        <p:spPr>
          <a:xfrm xmlns:a="http://schemas.openxmlformats.org/drawingml/2006/main">
            <a:off x="590550" y="4591050"/>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저장 대상</a:t>
            </a:r>
          </a:p>
        </p:txBody>
      </p:sp>
      <p:sp>
        <p:nvSpPr>
          <p:cNvPr id="22" name="text-217">
            <a:extLst xmlns:a="http://schemas.openxmlformats.org/drawingml/2006/main">
              <a:ext uri="{FF2B5EF4-FFF2-40B4-BE49-F238E27FC236}">
                <a16:creationId xmlns:a16="http://schemas.microsoft.com/office/drawing/2014/main" id="{B60C86CF-587D-4FB8-9AA1-0219B89C5D39}"/>
              </a:ext>
            </a:extLst>
          </p:cNvPr>
          <p:cNvSpPr>
            <a:spLocks xmlns:a="http://schemas.openxmlformats.org/drawingml/2006/main" noGrp="1"/>
          </p:cNvSpPr>
          <p:nvPr/>
        </p:nvSpPr>
        <p:spPr>
          <a:xfrm xmlns:a="http://schemas.openxmlformats.org/drawingml/2006/main">
            <a:off x="590550" y="4838700"/>
            <a:ext cx="3448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실제 에셋만 저장(안내·그룹 제외)</a:t>
            </a:r>
          </a:p>
        </p:txBody>
      </p:sp>
      <p:sp>
        <p:nvSpPr>
          <p:cNvPr id="23" name="rect-218">
            <a:extLst xmlns:a="http://schemas.openxmlformats.org/drawingml/2006/main">
              <a:ext uri="{FF2B5EF4-FFF2-40B4-BE49-F238E27FC236}">
                <a16:creationId xmlns:a16="http://schemas.microsoft.com/office/drawing/2014/main" id="{4ABE9708-E148-476B-B17D-89845FAD7DA2}"/>
              </a:ext>
            </a:extLst>
          </p:cNvPr>
          <p:cNvSpPr>
            <a:spLocks xmlns:a="http://schemas.openxmlformats.org/drawingml/2006/main" noGrp="1"/>
          </p:cNvSpPr>
          <p:nvPr/>
        </p:nvSpPr>
        <p:spPr>
          <a:xfrm xmlns:a="http://schemas.openxmlformats.org/drawingml/2006/main">
            <a:off x="4686300" y="4552950"/>
            <a:ext cx="2190750" cy="523875"/>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4" name="text-219">
            <a:extLst xmlns:a="http://schemas.openxmlformats.org/drawingml/2006/main">
              <a:ext uri="{FF2B5EF4-FFF2-40B4-BE49-F238E27FC236}">
                <a16:creationId xmlns:a16="http://schemas.microsoft.com/office/drawing/2014/main" id="{8FAA6836-C1D8-4443-B6BF-7D6827402574}"/>
              </a:ext>
            </a:extLst>
          </p:cNvPr>
          <p:cNvSpPr>
            <a:spLocks xmlns:a="http://schemas.openxmlformats.org/drawingml/2006/main" noGrp="1"/>
          </p:cNvSpPr>
          <p:nvPr/>
        </p:nvSpPr>
        <p:spPr>
          <a:xfrm xmlns:a="http://schemas.openxmlformats.org/drawingml/2006/main">
            <a:off x="4819650" y="4591050"/>
            <a:ext cx="1924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처리 구조</a:t>
            </a:r>
          </a:p>
        </p:txBody>
      </p:sp>
      <p:sp>
        <p:nvSpPr>
          <p:cNvPr id="25" name="text-220">
            <a:extLst xmlns:a="http://schemas.openxmlformats.org/drawingml/2006/main">
              <a:ext uri="{FF2B5EF4-FFF2-40B4-BE49-F238E27FC236}">
                <a16:creationId xmlns:a16="http://schemas.microsoft.com/office/drawing/2014/main" id="{50735950-9913-4F7A-8B9C-0A049EE6DD59}"/>
              </a:ext>
            </a:extLst>
          </p:cNvPr>
          <p:cNvSpPr>
            <a:spLocks xmlns:a="http://schemas.openxmlformats.org/drawingml/2006/main" noGrp="1"/>
          </p:cNvSpPr>
          <p:nvPr/>
        </p:nvSpPr>
        <p:spPr>
          <a:xfrm xmlns:a="http://schemas.openxmlformats.org/drawingml/2006/main">
            <a:off x="4819650" y="4838700"/>
            <a:ext cx="1924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별도 Exporter 호출</a:t>
            </a:r>
          </a:p>
        </p:txBody>
      </p:sp>
      <p:sp>
        <p:nvSpPr>
          <p:cNvPr id="26" name="rect-221">
            <a:extLst xmlns:a="http://schemas.openxmlformats.org/drawingml/2006/main">
              <a:ext uri="{FF2B5EF4-FFF2-40B4-BE49-F238E27FC236}">
                <a16:creationId xmlns:a16="http://schemas.microsoft.com/office/drawing/2014/main" id="{268E605A-B2E4-4B88-A34D-7C3600057D8A}"/>
              </a:ext>
            </a:extLst>
          </p:cNvPr>
          <p:cNvSpPr>
            <a:spLocks xmlns:a="http://schemas.openxmlformats.org/drawingml/2006/main" noGrp="1"/>
          </p:cNvSpPr>
          <p:nvPr/>
        </p:nvSpPr>
        <p:spPr>
          <a:xfrm xmlns:a="http://schemas.openxmlformats.org/drawingml/2006/main">
            <a:off x="7429500" y="4552950"/>
            <a:ext cx="4305300" cy="523875"/>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7" name="text-222">
            <a:extLst xmlns:a="http://schemas.openxmlformats.org/drawingml/2006/main">
              <a:ext uri="{FF2B5EF4-FFF2-40B4-BE49-F238E27FC236}">
                <a16:creationId xmlns:a16="http://schemas.microsoft.com/office/drawing/2014/main" id="{08AEE110-C802-4610-9C86-452B7AF8B18A}"/>
              </a:ext>
            </a:extLst>
          </p:cNvPr>
          <p:cNvSpPr>
            <a:spLocks xmlns:a="http://schemas.openxmlformats.org/drawingml/2006/main" noGrp="1"/>
          </p:cNvSpPr>
          <p:nvPr/>
        </p:nvSpPr>
        <p:spPr>
          <a:xfrm xmlns:a="http://schemas.openxmlformats.org/drawingml/2006/main">
            <a:off x="7562850" y="4591050"/>
            <a:ext cx="403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저장 정보</a:t>
            </a:r>
          </a:p>
        </p:txBody>
      </p:sp>
      <p:sp>
        <p:nvSpPr>
          <p:cNvPr id="28" name="text-223">
            <a:extLst xmlns:a="http://schemas.openxmlformats.org/drawingml/2006/main">
              <a:ext uri="{FF2B5EF4-FFF2-40B4-BE49-F238E27FC236}">
                <a16:creationId xmlns:a16="http://schemas.microsoft.com/office/drawing/2014/main" id="{458301C2-C854-4FE8-88D0-3D69E51E0EF2}"/>
              </a:ext>
            </a:extLst>
          </p:cNvPr>
          <p:cNvSpPr>
            <a:spLocks xmlns:a="http://schemas.openxmlformats.org/drawingml/2006/main" noGrp="1"/>
          </p:cNvSpPr>
          <p:nvPr/>
        </p:nvSpPr>
        <p:spPr>
          <a:xfrm xmlns:a="http://schemas.openxmlformats.org/drawingml/2006/main">
            <a:off x="7562850" y="4838700"/>
            <a:ext cx="403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xmlns:a="http://schemas.openxmlformats.org/drawingml/2006/main">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부모·깊이·모드·순환 여부 저장</a:t>
            </a:r>
          </a:p>
        </p:txBody>
      </p:sp>
      <p:sp>
        <p:nvSpPr>
          <p:cNvPr id="29" name="link-224">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15C42C13-3328-4D0D-9018-F65E3B928A35}"/>
              </a:ext>
            </a:extLst>
          </p:cNvPr>
          <p:cNvSpPr>
            <a:spLocks xmlns:a="http://schemas.openxmlformats.org/drawingml/2006/main" noGrp="1"/>
          </p:cNvSpPr>
          <p:nvPr/>
        </p:nvSpPr>
        <p:spPr>
          <a:xfrm xmlns:a="http://schemas.openxmlformats.org/drawingml/2006/main">
            <a:off x="45720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원본 화면 ↗</a:t>
            </a:r>
          </a:p>
        </p:txBody>
      </p:sp>
      <p:sp>
        <p:nvSpPr>
          <p:cNvPr id="30" name="link-225">
            <ns0:hlinkClick xmlns:ns0="http://schemas.openxmlformats.org/drawingml/2006/main" xmlns:ns1="http://schemas.openxmlformats.org/officeDocument/2006/relationships" ns1:id="rIdLink9"/>
            <a:extLst xmlns:a="http://schemas.openxmlformats.org/drawingml/2006/main">
              <a:ext uri="{FF2B5EF4-FFF2-40B4-BE49-F238E27FC236}">
                <a16:creationId xmlns:a16="http://schemas.microsoft.com/office/drawing/2014/main" id="{9AEFDD8C-E6E1-4245-9147-31F8029F1F94}"/>
              </a:ext>
            </a:extLst>
          </p:cNvPr>
          <p:cNvSpPr>
            <a:spLocks xmlns:a="http://schemas.openxmlformats.org/drawingml/2006/main" noGrp="1"/>
          </p:cNvSpPr>
          <p:nvPr/>
        </p:nvSpPr>
        <p:spPr>
          <a:xfrm xmlns:a="http://schemas.openxmlformats.org/drawingml/2006/main">
            <a:off x="333375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원본 ↗</a:t>
            </a:r>
          </a:p>
        </p:txBody>
      </p:sp>
      <p:sp>
        <p:nvSpPr>
          <p:cNvPr id="31" name="link-226">
            <ns0:hlinkClick xmlns:ns0="http://schemas.openxmlformats.org/drawingml/2006/main" xmlns:ns1="http://schemas.openxmlformats.org/officeDocument/2006/relationships" ns1:id="rIdLink10"/>
            <a:extLst xmlns:a="http://schemas.openxmlformats.org/drawingml/2006/main">
              <a:ext uri="{FF2B5EF4-FFF2-40B4-BE49-F238E27FC236}">
                <a16:creationId xmlns:a16="http://schemas.microsoft.com/office/drawing/2014/main" id="{E35B8A4E-2739-4011-9F99-4271E1A87C5A}"/>
              </a:ext>
            </a:extLst>
          </p:cNvPr>
          <p:cNvSpPr>
            <a:spLocks xmlns:a="http://schemas.openxmlformats.org/drawingml/2006/main" noGrp="1"/>
          </p:cNvSpPr>
          <p:nvPr/>
        </p:nvSpPr>
        <p:spPr>
          <a:xfrm xmlns:a="http://schemas.openxmlformats.org/drawingml/2006/main">
            <a:off x="621030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작업 계획 초안 ↗</a:t>
            </a:r>
          </a:p>
        </p:txBody>
      </p:sp>
      <p:sp>
        <p:nvSpPr>
          <p:cNvPr id="32" name="link-227">
            <ns0:hlinkClick xmlns:ns0="http://schemas.openxmlformats.org/drawingml/2006/main" xmlns:ns1="http://schemas.openxmlformats.org/officeDocument/2006/relationships" ns1:id="rIdLink11"/>
            <a:extLst xmlns:a="http://schemas.openxmlformats.org/drawingml/2006/main">
              <a:ext uri="{FF2B5EF4-FFF2-40B4-BE49-F238E27FC236}">
                <a16:creationId xmlns:a16="http://schemas.microsoft.com/office/drawing/2014/main" id="{2C93BFB1-F093-4D64-85EF-3B842FE345FE}"/>
              </a:ext>
            </a:extLst>
          </p:cNvPr>
          <p:cNvSpPr>
            <a:spLocks xmlns:a="http://schemas.openxmlformats.org/drawingml/2006/main" noGrp="1"/>
          </p:cNvSpPr>
          <p:nvPr/>
        </p:nvSpPr>
        <p:spPr>
          <a:xfrm xmlns:a="http://schemas.openxmlformats.org/drawingml/2006/main">
            <a:off x="9086850" y="5219700"/>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구현·검증 기록 ↗</a:t>
            </a:r>
          </a:p>
        </p:txBody>
      </p:sp>
      <p:sp>
        <p:nvSpPr>
          <p:cNvPr id="33" name="rect-228">
            <a:extLst xmlns:a="http://schemas.openxmlformats.org/drawingml/2006/main">
              <a:ext uri="{FF2B5EF4-FFF2-40B4-BE49-F238E27FC236}">
                <a16:creationId xmlns:a16="http://schemas.microsoft.com/office/drawing/2014/main" id="{1C36554A-F679-4A20-9B3A-01FCE31A6586}"/>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4" name="rect-229">
            <a:extLst xmlns:a="http://schemas.openxmlformats.org/drawingml/2006/main">
              <a:ext uri="{FF2B5EF4-FFF2-40B4-BE49-F238E27FC236}">
                <a16:creationId xmlns:a16="http://schemas.microsoft.com/office/drawing/2014/main" id="{909A24B9-9152-4A73-B966-81CABD5050B7}"/>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35" name="text-230">
            <a:extLst xmlns:a="http://schemas.openxmlformats.org/drawingml/2006/main">
              <a:ext uri="{FF2B5EF4-FFF2-40B4-BE49-F238E27FC236}">
                <a16:creationId xmlns:a16="http://schemas.microsoft.com/office/drawing/2014/main" id="{E342C754-E186-4689-AE00-BD48C88D9391}"/>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6" name="text-231">
            <a:extLst xmlns:a="http://schemas.openxmlformats.org/drawingml/2006/main">
              <a:ext uri="{FF2B5EF4-FFF2-40B4-BE49-F238E27FC236}">
                <a16:creationId xmlns:a16="http://schemas.microsoft.com/office/drawing/2014/main" id="{DBB34916-7820-4BC6-81B3-F24F7D190C06}"/>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350" b="0">
                <ns2:solidFill>
                  <ns2:srgbClr val="183440"/>
                </ns2:solidFill>
                <ns2:latin typeface="Malgun Gothic"/>
                <ns2:ea typeface="Malgun Gothic"/>
                <ns2:cs typeface="Malgun Gothic"/>
              </ns2:rPr>
              <ns2:t>CSV 결과 파일 3개와 화면 5장 제공</ns2:t>
            </ns2:r>
          </ns2:p>
          <ns3:p xmlns:ns3="http://schemas.openxmlformats.org/drawingml/2006/main">
            <ns3:pPr algn="l">
              <ns3:lnSpc>
                <ns3:spcPct val="100000"/>
              </ns3:lnSpc>
            </ns3:pPr>
            <ns3:r>
              <ns3:rPr sz="1350" b="0">
                <ns3:solidFill>
                  <ns3:srgbClr val="183440"/>
                </ns3:solidFill>
                <ns3:latin typeface="Malgun Gothic"/>
                <ns3:ea typeface="Malgun Gothic"/>
                <ns3:cs typeface="Malgun Gothic"/>
              </ns3:rPr>
              <ns3:t>직렬화 규칙과 리뷰 범위 검토</ns3:t>
            </ns3:r>
          </ns3:p>
        </p:txBody>
      </p:sp>
      <p:sp>
        <p:nvSpPr>
          <p:cNvPr id="37" name="text-232">
            <a:extLst xmlns:a="http://schemas.openxmlformats.org/drawingml/2006/main">
              <a:ext uri="{FF2B5EF4-FFF2-40B4-BE49-F238E27FC236}">
                <a16:creationId xmlns:a16="http://schemas.microsoft.com/office/drawing/2014/main" id="{43247AD4-6411-4A0E-A7C9-F32EA5FEE003}"/>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8" name="text-233">
            <a:extLst xmlns:a="http://schemas.openxmlformats.org/drawingml/2006/main">
              <a:ext uri="{FF2B5EF4-FFF2-40B4-BE49-F238E27FC236}">
                <a16:creationId xmlns:a16="http://schemas.microsoft.com/office/drawing/2014/main" id="{F2798CE8-B119-4805-B803-AA9268175321}"/>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CSV Exporter와 UI 연결 구현</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계획·설계·검증 기록 작성과 빌드 실행</a:t>
            </a:r>
          </a:p>
        </p:txBody>
      </p:sp>
    </p:spTree>
    <p:extLst>
      <p:ext uri="{BB962C8B-B14F-4D97-AF65-F5344CB8AC3E}">
        <p14:creationId xmlns:p14="http://schemas.microsoft.com/office/powerpoint/2010/main" val="17151722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288">
            <a:extLst xmlns:a="http://schemas.openxmlformats.org/drawingml/2006/main">
              <a:ext uri="{FF2B5EF4-FFF2-40B4-BE49-F238E27FC236}">
                <a16:creationId xmlns:a16="http://schemas.microsoft.com/office/drawing/2014/main" id="{BD2009A0-37E2-41F7-8651-F75468BA110B}"/>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289">
            <a:extLst xmlns:a="http://schemas.openxmlformats.org/drawingml/2006/main">
              <a:ext uri="{FF2B5EF4-FFF2-40B4-BE49-F238E27FC236}">
                <a16:creationId xmlns:a16="http://schemas.microsoft.com/office/drawing/2014/main" id="{0FE94BBA-4265-49FF-8F83-886CE064F8E1}"/>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290">
            <a:extLst xmlns:a="http://schemas.openxmlformats.org/drawingml/2006/main">
              <a:ext uri="{FF2B5EF4-FFF2-40B4-BE49-F238E27FC236}">
                <a16:creationId xmlns:a16="http://schemas.microsoft.com/office/drawing/2014/main" id="{9D7BEF13-E49E-41B8-BE08-F708DCEDA518}"/>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미사용 후보 탐색 · 문제와 결과 (1/3)</a:t>
            </a:r>
          </a:p>
        </p:txBody>
      </p:sp>
      <p:sp>
        <p:nvSpPr>
          <p:cNvPr id="4" name="text-291">
            <a:extLst xmlns:a="http://schemas.openxmlformats.org/drawingml/2006/main">
              <a:ext uri="{FF2B5EF4-FFF2-40B4-BE49-F238E27FC236}">
                <a16:creationId xmlns:a16="http://schemas.microsoft.com/office/drawing/2014/main" id="{7CF9D3E9-A68C-496A-B005-D858DD920656}"/>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미사용 후보를 찾는데 일부 에셋만 검사</a:t>
            </a:r>
          </a:p>
        </p:txBody>
      </p:sp>
      <p:sp>
        <p:nvSpPr>
          <p:cNvPr id="5" name="text-292">
            <a:extLst xmlns:a="http://schemas.openxmlformats.org/drawingml/2006/main">
              <a:ext uri="{FF2B5EF4-FFF2-40B4-BE49-F238E27FC236}">
                <a16:creationId xmlns:a16="http://schemas.microsoft.com/office/drawing/2014/main" id="{6F81EE9F-E993-4088-AAA7-BB1606DB1CA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목적은 프로젝트에서 사용되지 않는 것으로 보이는 에셋을 찾는 것이었습니다.</a:t>
            </a:r>
          </a:p>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하지만 초기 구현은 에셋 하나를 선택한 뒤, 그 에셋의 참조 관계 목록 안에서만 후보를 찾았습니다.</a:t>
            </a:r>
          </a:p>
        </p:txBody>
      </p:sp>
      <p:sp>
        <p:nvSpPr>
          <p:cNvPr id="6" name="text-293">
            <a:extLst xmlns:a="http://schemas.openxmlformats.org/drawingml/2006/main">
              <a:ext uri="{FF2B5EF4-FFF2-40B4-BE49-F238E27FC236}">
                <a16:creationId xmlns:a16="http://schemas.microsoft.com/office/drawing/2014/main" id="{8D96A8CD-56EB-4AA1-98C6-D6BE8C473246}"/>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08 / 15</a:t>
            </a:r>
          </a:p>
        </p:txBody>
      </p:sp>
      <p:sp>
        <p:nvSpPr>
          <p:cNvPr id="7" name="link-294">
            <a:extLst xmlns:a="http://schemas.openxmlformats.org/drawingml/2006/main">
              <a:ext uri="{FF2B5EF4-FFF2-40B4-BE49-F238E27FC236}">
                <a16:creationId xmlns:a16="http://schemas.microsoft.com/office/drawing/2014/main" id="{F6D3060D-F89C-44F8-AD89-84EB2C3E6125}"/>
              </a:ext>
            </a:extLst>
            <ns0:hlinkClick xmlns:ns0="http://schemas.openxmlformats.org/drawingml/2006/main" xmlns:ns1="http://schemas.openxmlformats.org/officeDocument/2006/relationships" ns1:id="rIdLink4"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295">
            <a:extLst xmlns:a="http://schemas.openxmlformats.org/drawingml/2006/main">
              <a:ext uri="{FF2B5EF4-FFF2-40B4-BE49-F238E27FC236}">
                <a16:creationId xmlns:a16="http://schemas.microsoft.com/office/drawing/2014/main" id="{319BF555-5F4F-4A4B-A73C-AE4D7F3BFE5A}"/>
              </a:ext>
            </a:extLst>
          </p:cNvPr>
          <p:cNvSpPr>
            <a:spLocks xmlns:a="http://schemas.openxmlformats.org/drawingml/2006/main" noGrp="1"/>
          </p:cNvSpPr>
          <p:nvPr/>
        </p:nvSpPr>
        <p:spPr>
          <a:xfrm xmlns:a="http://schemas.openxmlformats.org/drawingml/2006/main">
            <a:off x="457200" y="21526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B45F20"/>
                </a:solidFill>
                <a:latin typeface="Malgun Gothic"/>
                <a:ea typeface="Malgun Gothic"/>
                <a:cs typeface="Malgun Gothic"/>
              </a:defRPr>
            </a:defPPr>
            <a:lvl1pPr>
              <a:defRPr sz="1725" b="1">
                <a:solidFill>
                  <a:srgbClr val="B45F20"/>
                </a:solidFill>
                <a:latin typeface="Malgun Gothic"/>
                <a:ea typeface="Malgun Gothic"/>
                <a:cs typeface="Malgun Gothic"/>
              </a:defRPr>
            </a:lvl1pPr>
            <a:lvl2pPr>
              <a:defRPr sz="1725" b="1">
                <a:solidFill>
                  <a:srgbClr val="B45F20"/>
                </a:solidFill>
                <a:latin typeface="Malgun Gothic"/>
                <a:ea typeface="Malgun Gothic"/>
                <a:cs typeface="Malgun Gothic"/>
              </a:defRPr>
            </a:lvl2pPr>
            <a:lvl3pPr>
              <a:defRPr sz="1725" b="1">
                <a:solidFill>
                  <a:srgbClr val="B45F20"/>
                </a:solidFill>
                <a:latin typeface="Malgun Gothic"/>
                <a:ea typeface="Malgun Gothic"/>
                <a:cs typeface="Malgun Gothic"/>
              </a:defRPr>
            </a:lvl3pPr>
            <a:lvl4pPr>
              <a:defRPr sz="1725" b="1">
                <a:solidFill>
                  <a:srgbClr val="B45F20"/>
                </a:solidFill>
                <a:latin typeface="Malgun Gothic"/>
                <a:ea typeface="Malgun Gothic"/>
                <a:cs typeface="Malgun Gothic"/>
              </a:defRPr>
            </a:lvl4pPr>
            <a:lvl5pPr>
              <a:defRPr sz="1725" b="1">
                <a:solidFill>
                  <a:srgbClr val="B45F20"/>
                </a:solidFill>
                <a:latin typeface="Malgun Gothic"/>
                <a:ea typeface="Malgun Gothic"/>
                <a:cs typeface="Malgun Gothic"/>
              </a:defRPr>
            </a:lvl5pPr>
            <a:lvl6pPr>
              <a:defRPr sz="1725" b="1">
                <a:solidFill>
                  <a:srgbClr val="B45F20"/>
                </a:solidFill>
                <a:latin typeface="Malgun Gothic"/>
                <a:ea typeface="Malgun Gothic"/>
                <a:cs typeface="Malgun Gothic"/>
              </a:defRPr>
            </a:lvl6pPr>
            <a:lvl7pPr>
              <a:defRPr sz="1725" b="1">
                <a:solidFill>
                  <a:srgbClr val="B45F20"/>
                </a:solidFill>
                <a:latin typeface="Malgun Gothic"/>
                <a:ea typeface="Malgun Gothic"/>
                <a:cs typeface="Malgun Gothic"/>
              </a:defRPr>
            </a:lvl7pPr>
            <a:lvl8pPr>
              <a:defRPr sz="1725" b="1">
                <a:solidFill>
                  <a:srgbClr val="B45F20"/>
                </a:solidFill>
                <a:latin typeface="Malgun Gothic"/>
                <a:ea typeface="Malgun Gothic"/>
                <a:cs typeface="Malgun Gothic"/>
              </a:defRPr>
            </a:lvl8pPr>
            <a:lvl9pPr>
              <a:defRPr sz="1725" b="1">
                <a:solidFill>
                  <a:srgbClr val="B45F20"/>
                </a:solidFill>
                <a:latin typeface="Malgun Gothic"/>
                <a:ea typeface="Malgun Gothic"/>
                <a:cs typeface="Malgun Gothic"/>
              </a:defRPr>
            </a:lvl9pPr>
          </a:lstStyle>
          <a:p xmlns:a="http://schemas.openxmlformats.org/drawingml/2006/main">
            <a:pPr>
              <a:defRPr sz="1725" b="1">
                <a:solidFill>
                  <a:srgbClr val="B45F20"/>
                </a:solidFill>
                <a:latin typeface="Malgun Gothic"/>
                <a:ea typeface="Malgun Gothic"/>
                <a:cs typeface="Malgun Gothic"/>
              </a:defRPr>
            </a:pPr>
            <a:r>
              <a:rPr sz="1725" b="1">
                <a:solidFill>
                  <a:srgbClr val="B45F20"/>
                </a:solidFill>
                <a:latin typeface="Malgun Gothic"/>
                <a:ea typeface="Malgun Gothic"/>
                <a:cs typeface="Malgun Gothic"/>
              </a:rPr>
              <a:t>기존 | 선택 에셋의 관계만 검사</a:t>
            </a:r>
          </a:p>
        </p:txBody>
      </p:sp>
      <p:sp>
        <p:nvSpPr>
          <p:cNvPr id="9" name="text-296">
            <a:extLst xmlns:a="http://schemas.openxmlformats.org/drawingml/2006/main">
              <a:ext uri="{FF2B5EF4-FFF2-40B4-BE49-F238E27FC236}">
                <a16:creationId xmlns:a16="http://schemas.microsoft.com/office/drawing/2014/main" id="{CB6B5FE1-9791-4229-93EE-E12F2A4B83ED}"/>
              </a:ext>
            </a:extLst>
          </p:cNvPr>
          <p:cNvSpPr>
            <a:spLocks xmlns:a="http://schemas.openxmlformats.org/drawingml/2006/main" noGrp="1"/>
          </p:cNvSpPr>
          <p:nvPr/>
        </p:nvSpPr>
        <p:spPr>
          <a:xfrm xmlns:a="http://schemas.openxmlformats.org/drawingml/2006/main">
            <a:off x="6324600" y="2152650"/>
            <a:ext cx="541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변경 | 프로젝트 콘텐츠의 미사용 후보 탐색</a:t>
            </a:r>
          </a:p>
        </p:txBody>
      </p:sp>
      <p:sp>
        <p:nvSpPr>
          <p:cNvPr id="10" name="rect-297">
            <a:extLst xmlns:a="http://schemas.openxmlformats.org/drawingml/2006/main">
              <a:ext uri="{FF2B5EF4-FFF2-40B4-BE49-F238E27FC236}">
                <a16:creationId xmlns:a16="http://schemas.microsoft.com/office/drawing/2014/main" id="{FAA61735-006C-411C-BAE9-25F08C7760C0}"/>
              </a:ext>
            </a:extLst>
          </p:cNvPr>
          <p:cNvSpPr>
            <a:spLocks xmlns:a="http://schemas.openxmlformats.org/drawingml/2006/main" noGrp="1"/>
          </p:cNvSpPr>
          <p:nvPr/>
        </p:nvSpPr>
        <p:spPr>
          <a:xfrm xmlns:a="http://schemas.openxmlformats.org/drawingml/2006/main">
            <a:off x="457200" y="2686050"/>
            <a:ext cx="5238750" cy="3381375"/>
          </a:xfrm>
          <a:prstGeom xmlns:a="http://schemas.openxmlformats.org/drawingml/2006/main" prst="rect">
            <a:avLst/>
          </a:prstGeom>
          <a:solidFill xmlns:a="http://schemas.openxmlformats.org/drawingml/2006/main">
            <a:srgbClr val="FAFBFC"/>
          </a:solidFill>
          <a:ln xmlns:a="http://schemas.openxmlformats.org/drawingml/2006/main" w="7620">
            <a:solidFill>
              <a:srgbClr val="CBDDE1"/>
            </a:solidFill>
          </a:ln>
        </p:spPr>
      </p:sp>
      <p:sp>
        <p:nvSpPr>
          <p:cNvPr id="11" name="text-298">
            <a:extLst xmlns:a="http://schemas.openxmlformats.org/drawingml/2006/main">
              <a:ext uri="{FF2B5EF4-FFF2-40B4-BE49-F238E27FC236}">
                <a16:creationId xmlns:a16="http://schemas.microsoft.com/office/drawing/2014/main" id="{7745EB0D-D184-4B9F-B103-D165E6E97A6F}"/>
              </a:ext>
            </a:extLst>
          </p:cNvPr>
          <p:cNvSpPr>
            <a:spLocks xmlns:a="http://schemas.openxmlformats.org/drawingml/2006/main" noGrp="1"/>
          </p:cNvSpPr>
          <p:nvPr/>
        </p:nvSpPr>
        <p:spPr>
          <a:xfrm xmlns:a="http://schemas.openxmlformats.org/drawingml/2006/main">
            <a:off x="666750" y="2809875"/>
            <a:ext cx="481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183440"/>
                </a:solidFill>
                <a:latin typeface="Malgun Gothic"/>
                <a:ea typeface="Malgun Gothic"/>
                <a:cs typeface="Malgun Gothic"/>
              </a:defRPr>
            </a:defPPr>
            <a:lvl1pPr>
              <a:defRPr sz="1575" b="1">
                <a:solidFill>
                  <a:srgbClr val="183440"/>
                </a:solidFill>
                <a:latin typeface="Malgun Gothic"/>
                <a:ea typeface="Malgun Gothic"/>
                <a:cs typeface="Malgun Gothic"/>
              </a:defRPr>
            </a:lvl1pPr>
            <a:lvl2pPr>
              <a:defRPr sz="1575" b="1">
                <a:solidFill>
                  <a:srgbClr val="183440"/>
                </a:solidFill>
                <a:latin typeface="Malgun Gothic"/>
                <a:ea typeface="Malgun Gothic"/>
                <a:cs typeface="Malgun Gothic"/>
              </a:defRPr>
            </a:lvl2pPr>
            <a:lvl3pPr>
              <a:defRPr sz="1575" b="1">
                <a:solidFill>
                  <a:srgbClr val="183440"/>
                </a:solidFill>
                <a:latin typeface="Malgun Gothic"/>
                <a:ea typeface="Malgun Gothic"/>
                <a:cs typeface="Malgun Gothic"/>
              </a:defRPr>
            </a:lvl3pPr>
            <a:lvl4pPr>
              <a:defRPr sz="1575" b="1">
                <a:solidFill>
                  <a:srgbClr val="183440"/>
                </a:solidFill>
                <a:latin typeface="Malgun Gothic"/>
                <a:ea typeface="Malgun Gothic"/>
                <a:cs typeface="Malgun Gothic"/>
              </a:defRPr>
            </a:lvl4pPr>
            <a:lvl5pPr>
              <a:defRPr sz="1575" b="1">
                <a:solidFill>
                  <a:srgbClr val="183440"/>
                </a:solidFill>
                <a:latin typeface="Malgun Gothic"/>
                <a:ea typeface="Malgun Gothic"/>
                <a:cs typeface="Malgun Gothic"/>
              </a:defRPr>
            </a:lvl5pPr>
            <a:lvl6pPr>
              <a:defRPr sz="1575" b="1">
                <a:solidFill>
                  <a:srgbClr val="183440"/>
                </a:solidFill>
                <a:latin typeface="Malgun Gothic"/>
                <a:ea typeface="Malgun Gothic"/>
                <a:cs typeface="Malgun Gothic"/>
              </a:defRPr>
            </a:lvl6pPr>
            <a:lvl7pPr>
              <a:defRPr sz="1575" b="1">
                <a:solidFill>
                  <a:srgbClr val="183440"/>
                </a:solidFill>
                <a:latin typeface="Malgun Gothic"/>
                <a:ea typeface="Malgun Gothic"/>
                <a:cs typeface="Malgun Gothic"/>
              </a:defRPr>
            </a:lvl7pPr>
            <a:lvl8pPr>
              <a:defRPr sz="1575" b="1">
                <a:solidFill>
                  <a:srgbClr val="183440"/>
                </a:solidFill>
                <a:latin typeface="Malgun Gothic"/>
                <a:ea typeface="Malgun Gothic"/>
                <a:cs typeface="Malgun Gothic"/>
              </a:defRPr>
            </a:lvl8pPr>
            <a:lvl9pPr>
              <a:defRPr sz="1575" b="1">
                <a:solidFill>
                  <a:srgbClr val="183440"/>
                </a:solidFill>
                <a:latin typeface="Malgun Gothic"/>
                <a:ea typeface="Malgun Gothic"/>
                <a:cs typeface="Malgun Gothic"/>
              </a:defRPr>
            </a:lvl9pPr>
          </a:lstStyle>
          <a:p xmlns:a="http://schemas.openxmlformats.org/drawingml/2006/main">
            <a:pPr>
              <a:defRPr sz="1575" b="1">
                <a:solidFill>
                  <a:srgbClr val="183440"/>
                </a:solidFill>
                <a:latin typeface="Malgun Gothic"/>
                <a:ea typeface="Malgun Gothic"/>
                <a:cs typeface="Malgun Gothic"/>
              </a:defRPr>
            </a:pPr>
            <a:r>
              <a:rPr sz="1575" b="1">
                <a:solidFill>
                  <a:srgbClr val="183440"/>
                </a:solidFill>
                <a:latin typeface="Malgun Gothic"/>
                <a:ea typeface="Malgun Gothic"/>
                <a:cs typeface="Malgun Gothic"/>
              </a:rPr>
              <a:t>프로젝트 콘텐츠의 에셋들</a:t>
            </a:r>
          </a:p>
        </p:txBody>
      </p:sp>
      <p:sp>
        <p:nvSpPr>
          <p:cNvPr id="12" name="rect-299">
            <a:extLst xmlns:a="http://schemas.openxmlformats.org/drawingml/2006/main">
              <a:ext uri="{FF2B5EF4-FFF2-40B4-BE49-F238E27FC236}">
                <a16:creationId xmlns:a16="http://schemas.microsoft.com/office/drawing/2014/main" id="{763CF88D-BADB-4D3D-A18F-F6D4A1FF4910}"/>
              </a:ext>
            </a:extLst>
          </p:cNvPr>
          <p:cNvSpPr>
            <a:spLocks xmlns:a="http://schemas.openxmlformats.org/drawingml/2006/main" noGrp="1"/>
          </p:cNvSpPr>
          <p:nvPr/>
        </p:nvSpPr>
        <p:spPr>
          <a:xfrm xmlns:a="http://schemas.openxmlformats.org/drawingml/2006/main">
            <a:off x="666750" y="3276600"/>
            <a:ext cx="4819650" cy="12763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3" name="text-300">
            <a:extLst xmlns:a="http://schemas.openxmlformats.org/drawingml/2006/main">
              <a:ext uri="{FF2B5EF4-FFF2-40B4-BE49-F238E27FC236}">
                <a16:creationId xmlns:a16="http://schemas.microsoft.com/office/drawing/2014/main" id="{B181B46F-C012-4BBD-A2EC-EE09195906E5}"/>
              </a:ext>
            </a:extLst>
          </p:cNvPr>
          <p:cNvSpPr>
            <a:spLocks xmlns:a="http://schemas.openxmlformats.org/drawingml/2006/main" noGrp="1"/>
          </p:cNvSpPr>
          <p:nvPr/>
        </p:nvSpPr>
        <p:spPr>
          <a:xfrm xmlns:a="http://schemas.openxmlformats.org/drawingml/2006/main">
            <a:off x="838200" y="33718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B45F20"/>
                </a:solidFill>
                <a:latin typeface="Malgun Gothic"/>
                <a:ea typeface="Malgun Gothic"/>
                <a:cs typeface="Malgun Gothic"/>
              </a:defRPr>
            </a:defPPr>
            <a:lvl1pPr>
              <a:defRPr sz="1425" b="1">
                <a:solidFill>
                  <a:srgbClr val="B45F20"/>
                </a:solidFill>
                <a:latin typeface="Malgun Gothic"/>
                <a:ea typeface="Malgun Gothic"/>
                <a:cs typeface="Malgun Gothic"/>
              </a:defRPr>
            </a:lvl1pPr>
            <a:lvl2pPr>
              <a:defRPr sz="1425" b="1">
                <a:solidFill>
                  <a:srgbClr val="B45F20"/>
                </a:solidFill>
                <a:latin typeface="Malgun Gothic"/>
                <a:ea typeface="Malgun Gothic"/>
                <a:cs typeface="Malgun Gothic"/>
              </a:defRPr>
            </a:lvl2pPr>
            <a:lvl3pPr>
              <a:defRPr sz="1425" b="1">
                <a:solidFill>
                  <a:srgbClr val="B45F20"/>
                </a:solidFill>
                <a:latin typeface="Malgun Gothic"/>
                <a:ea typeface="Malgun Gothic"/>
                <a:cs typeface="Malgun Gothic"/>
              </a:defRPr>
            </a:lvl3pPr>
            <a:lvl4pPr>
              <a:defRPr sz="1425" b="1">
                <a:solidFill>
                  <a:srgbClr val="B45F20"/>
                </a:solidFill>
                <a:latin typeface="Malgun Gothic"/>
                <a:ea typeface="Malgun Gothic"/>
                <a:cs typeface="Malgun Gothic"/>
              </a:defRPr>
            </a:lvl4pPr>
            <a:lvl5pPr>
              <a:defRPr sz="1425" b="1">
                <a:solidFill>
                  <a:srgbClr val="B45F20"/>
                </a:solidFill>
                <a:latin typeface="Malgun Gothic"/>
                <a:ea typeface="Malgun Gothic"/>
                <a:cs typeface="Malgun Gothic"/>
              </a:defRPr>
            </a:lvl5pPr>
            <a:lvl6pPr>
              <a:defRPr sz="1425" b="1">
                <a:solidFill>
                  <a:srgbClr val="B45F20"/>
                </a:solidFill>
                <a:latin typeface="Malgun Gothic"/>
                <a:ea typeface="Malgun Gothic"/>
                <a:cs typeface="Malgun Gothic"/>
              </a:defRPr>
            </a:lvl6pPr>
            <a:lvl7pPr>
              <a:defRPr sz="1425" b="1">
                <a:solidFill>
                  <a:srgbClr val="B45F20"/>
                </a:solidFill>
                <a:latin typeface="Malgun Gothic"/>
                <a:ea typeface="Malgun Gothic"/>
                <a:cs typeface="Malgun Gothic"/>
              </a:defRPr>
            </a:lvl7pPr>
            <a:lvl8pPr>
              <a:defRPr sz="1425" b="1">
                <a:solidFill>
                  <a:srgbClr val="B45F20"/>
                </a:solidFill>
                <a:latin typeface="Malgun Gothic"/>
                <a:ea typeface="Malgun Gothic"/>
                <a:cs typeface="Malgun Gothic"/>
              </a:defRPr>
            </a:lvl8pPr>
            <a:lvl9pPr>
              <a:defRPr sz="1425" b="1">
                <a:solidFill>
                  <a:srgbClr val="B45F20"/>
                </a:solidFill>
                <a:latin typeface="Malgun Gothic"/>
                <a:ea typeface="Malgun Gothic"/>
                <a:cs typeface="Malgun Gothic"/>
              </a:defRPr>
            </a:lvl9pPr>
          </a:lstStyle>
          <a:p xmlns:a="http://schemas.openxmlformats.org/drawingml/2006/main">
            <a:pPr>
              <a:defRPr sz="1425" b="1">
                <a:solidFill>
                  <a:srgbClr val="B45F20"/>
                </a:solidFill>
                <a:latin typeface="Malgun Gothic"/>
                <a:ea typeface="Malgun Gothic"/>
                <a:cs typeface="Malgun Gothic"/>
              </a:defRPr>
            </a:pPr>
            <a:r>
              <a:rPr sz="1425" b="1">
                <a:solidFill>
                  <a:srgbClr val="B45F20"/>
                </a:solidFill>
                <a:latin typeface="Malgun Gothic"/>
                <a:ea typeface="Malgun Gothic"/>
                <a:cs typeface="Malgun Gothic"/>
              </a:rPr>
              <a:t>초기 검사 범위</a:t>
            </a:r>
          </a:p>
        </p:txBody>
      </p:sp>
      <p:sp>
        <p:nvSpPr>
          <p:cNvPr id="14" name="rect-301">
            <a:extLst xmlns:a="http://schemas.openxmlformats.org/drawingml/2006/main">
              <a:ext uri="{FF2B5EF4-FFF2-40B4-BE49-F238E27FC236}">
                <a16:creationId xmlns:a16="http://schemas.microsoft.com/office/drawing/2014/main" id="{5CD831C8-EE29-4E63-AE6A-DA1414DABD33}"/>
              </a:ext>
            </a:extLst>
          </p:cNvPr>
          <p:cNvSpPr>
            <a:spLocks xmlns:a="http://schemas.openxmlformats.org/drawingml/2006/main" noGrp="1"/>
          </p:cNvSpPr>
          <p:nvPr/>
        </p:nvSpPr>
        <p:spPr>
          <a:xfrm xmlns:a="http://schemas.openxmlformats.org/drawingml/2006/main">
            <a:off x="838200" y="3781425"/>
            <a:ext cx="1047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5" name="text-302">
            <a:extLst xmlns:a="http://schemas.openxmlformats.org/drawingml/2006/main">
              <a:ext uri="{FF2B5EF4-FFF2-40B4-BE49-F238E27FC236}">
                <a16:creationId xmlns:a16="http://schemas.microsoft.com/office/drawing/2014/main" id="{3B77A0BD-D591-4FEB-8DC7-0B5E2A1F43B4}"/>
              </a:ext>
            </a:extLst>
          </p:cNvPr>
          <p:cNvSpPr>
            <a:spLocks xmlns:a="http://schemas.openxmlformats.org/drawingml/2006/main" noGrp="1"/>
          </p:cNvSpPr>
          <p:nvPr/>
        </p:nvSpPr>
        <p:spPr>
          <a:xfrm xmlns:a="http://schemas.openxmlformats.org/drawingml/2006/main">
            <a:off x="914400" y="3781425"/>
            <a:ext cx="895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1">
                <a:solidFill>
                  <a:srgbClr val="183440"/>
                </a:solidFill>
                <a:latin typeface="Malgun Gothic"/>
                <a:ea typeface="Malgun Gothic"/>
                <a:cs typeface="Malgun Gothic"/>
              </a:defRPr>
            </a:defPPr>
            <a:lvl1pPr algn="ctr">
              <a:defRPr sz="1425" b="1">
                <a:solidFill>
                  <a:srgbClr val="183440"/>
                </a:solidFill>
                <a:latin typeface="Malgun Gothic"/>
                <a:ea typeface="Malgun Gothic"/>
                <a:cs typeface="Malgun Gothic"/>
              </a:defRPr>
            </a:lvl1pPr>
            <a:lvl2pPr algn="ctr">
              <a:defRPr sz="1425" b="1">
                <a:solidFill>
                  <a:srgbClr val="183440"/>
                </a:solidFill>
                <a:latin typeface="Malgun Gothic"/>
                <a:ea typeface="Malgun Gothic"/>
                <a:cs typeface="Malgun Gothic"/>
              </a:defRPr>
            </a:lvl2pPr>
            <a:lvl3pPr algn="ctr">
              <a:defRPr sz="1425" b="1">
                <a:solidFill>
                  <a:srgbClr val="183440"/>
                </a:solidFill>
                <a:latin typeface="Malgun Gothic"/>
                <a:ea typeface="Malgun Gothic"/>
                <a:cs typeface="Malgun Gothic"/>
              </a:defRPr>
            </a:lvl3pPr>
            <a:lvl4pPr algn="ctr">
              <a:defRPr sz="1425" b="1">
                <a:solidFill>
                  <a:srgbClr val="183440"/>
                </a:solidFill>
                <a:latin typeface="Malgun Gothic"/>
                <a:ea typeface="Malgun Gothic"/>
                <a:cs typeface="Malgun Gothic"/>
              </a:defRPr>
            </a:lvl4pPr>
            <a:lvl5pPr algn="ctr">
              <a:defRPr sz="1425" b="1">
                <a:solidFill>
                  <a:srgbClr val="183440"/>
                </a:solidFill>
                <a:latin typeface="Malgun Gothic"/>
                <a:ea typeface="Malgun Gothic"/>
                <a:cs typeface="Malgun Gothic"/>
              </a:defRPr>
            </a:lvl5pPr>
            <a:lvl6pPr algn="ctr">
              <a:defRPr sz="1425" b="1">
                <a:solidFill>
                  <a:srgbClr val="183440"/>
                </a:solidFill>
                <a:latin typeface="Malgun Gothic"/>
                <a:ea typeface="Malgun Gothic"/>
                <a:cs typeface="Malgun Gothic"/>
              </a:defRPr>
            </a:lvl6pPr>
            <a:lvl7pPr algn="ctr">
              <a:defRPr sz="1425" b="1">
                <a:solidFill>
                  <a:srgbClr val="183440"/>
                </a:solidFill>
                <a:latin typeface="Malgun Gothic"/>
                <a:ea typeface="Malgun Gothic"/>
                <a:cs typeface="Malgun Gothic"/>
              </a:defRPr>
            </a:lvl7pPr>
            <a:lvl8pPr algn="ctr">
              <a:defRPr sz="1425" b="1">
                <a:solidFill>
                  <a:srgbClr val="183440"/>
                </a:solidFill>
                <a:latin typeface="Malgun Gothic"/>
                <a:ea typeface="Malgun Gothic"/>
                <a:cs typeface="Malgun Gothic"/>
              </a:defRPr>
            </a:lvl8pPr>
            <a:lvl9pPr algn="ctr">
              <a:defRPr sz="1425" b="1">
                <a:solidFill>
                  <a:srgbClr val="183440"/>
                </a:solidFill>
                <a:latin typeface="Malgun Gothic"/>
                <a:ea typeface="Malgun Gothic"/>
                <a:cs typeface="Malgun Gothic"/>
              </a:defRPr>
            </a:lvl9pPr>
          </a:lstStyle>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선택한</a:t>
            </a:r>
          </a:p>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에셋</a:t>
            </a:r>
          </a:p>
        </p:txBody>
      </p:sp>
      <p:sp>
        <p:nvSpPr>
          <p:cNvPr id="16" name="rect-303">
            <a:extLst xmlns:a="http://schemas.openxmlformats.org/drawingml/2006/main">
              <a:ext uri="{FF2B5EF4-FFF2-40B4-BE49-F238E27FC236}">
                <a16:creationId xmlns:a16="http://schemas.microsoft.com/office/drawing/2014/main" id="{CD563219-10DE-44CD-9D90-1749AE73CD0D}"/>
              </a:ext>
            </a:extLst>
          </p:cNvPr>
          <p:cNvSpPr>
            <a:spLocks xmlns:a="http://schemas.openxmlformats.org/drawingml/2006/main" noGrp="1"/>
          </p:cNvSpPr>
          <p:nvPr/>
        </p:nvSpPr>
        <p:spPr>
          <a:xfrm xmlns:a="http://schemas.openxmlformats.org/drawingml/2006/main">
            <a:off x="2552700" y="3781425"/>
            <a:ext cx="1047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7" name="text-304">
            <a:extLst xmlns:a="http://schemas.openxmlformats.org/drawingml/2006/main">
              <a:ext uri="{FF2B5EF4-FFF2-40B4-BE49-F238E27FC236}">
                <a16:creationId xmlns:a16="http://schemas.microsoft.com/office/drawing/2014/main" id="{4A30D75B-9AD6-4DE8-A974-EA4B7A8C5ABE}"/>
              </a:ext>
            </a:extLst>
          </p:cNvPr>
          <p:cNvSpPr>
            <a:spLocks xmlns:a="http://schemas.openxmlformats.org/drawingml/2006/main" noGrp="1"/>
          </p:cNvSpPr>
          <p:nvPr/>
        </p:nvSpPr>
        <p:spPr>
          <a:xfrm xmlns:a="http://schemas.openxmlformats.org/drawingml/2006/main">
            <a:off x="2628900" y="3781425"/>
            <a:ext cx="895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1">
                <a:solidFill>
                  <a:srgbClr val="183440"/>
                </a:solidFill>
                <a:latin typeface="Malgun Gothic"/>
                <a:ea typeface="Malgun Gothic"/>
                <a:cs typeface="Malgun Gothic"/>
              </a:defRPr>
            </a:defPPr>
            <a:lvl1pPr algn="ctr">
              <a:defRPr sz="1425" b="1">
                <a:solidFill>
                  <a:srgbClr val="183440"/>
                </a:solidFill>
                <a:latin typeface="Malgun Gothic"/>
                <a:ea typeface="Malgun Gothic"/>
                <a:cs typeface="Malgun Gothic"/>
              </a:defRPr>
            </a:lvl1pPr>
            <a:lvl2pPr algn="ctr">
              <a:defRPr sz="1425" b="1">
                <a:solidFill>
                  <a:srgbClr val="183440"/>
                </a:solidFill>
                <a:latin typeface="Malgun Gothic"/>
                <a:ea typeface="Malgun Gothic"/>
                <a:cs typeface="Malgun Gothic"/>
              </a:defRPr>
            </a:lvl2pPr>
            <a:lvl3pPr algn="ctr">
              <a:defRPr sz="1425" b="1">
                <a:solidFill>
                  <a:srgbClr val="183440"/>
                </a:solidFill>
                <a:latin typeface="Malgun Gothic"/>
                <a:ea typeface="Malgun Gothic"/>
                <a:cs typeface="Malgun Gothic"/>
              </a:defRPr>
            </a:lvl3pPr>
            <a:lvl4pPr algn="ctr">
              <a:defRPr sz="1425" b="1">
                <a:solidFill>
                  <a:srgbClr val="183440"/>
                </a:solidFill>
                <a:latin typeface="Malgun Gothic"/>
                <a:ea typeface="Malgun Gothic"/>
                <a:cs typeface="Malgun Gothic"/>
              </a:defRPr>
            </a:lvl4pPr>
            <a:lvl5pPr algn="ctr">
              <a:defRPr sz="1425" b="1">
                <a:solidFill>
                  <a:srgbClr val="183440"/>
                </a:solidFill>
                <a:latin typeface="Malgun Gothic"/>
                <a:ea typeface="Malgun Gothic"/>
                <a:cs typeface="Malgun Gothic"/>
              </a:defRPr>
            </a:lvl5pPr>
            <a:lvl6pPr algn="ctr">
              <a:defRPr sz="1425" b="1">
                <a:solidFill>
                  <a:srgbClr val="183440"/>
                </a:solidFill>
                <a:latin typeface="Malgun Gothic"/>
                <a:ea typeface="Malgun Gothic"/>
                <a:cs typeface="Malgun Gothic"/>
              </a:defRPr>
            </a:lvl6pPr>
            <a:lvl7pPr algn="ctr">
              <a:defRPr sz="1425" b="1">
                <a:solidFill>
                  <a:srgbClr val="183440"/>
                </a:solidFill>
                <a:latin typeface="Malgun Gothic"/>
                <a:ea typeface="Malgun Gothic"/>
                <a:cs typeface="Malgun Gothic"/>
              </a:defRPr>
            </a:lvl7pPr>
            <a:lvl8pPr algn="ctr">
              <a:defRPr sz="1425" b="1">
                <a:solidFill>
                  <a:srgbClr val="183440"/>
                </a:solidFill>
                <a:latin typeface="Malgun Gothic"/>
                <a:ea typeface="Malgun Gothic"/>
                <a:cs typeface="Malgun Gothic"/>
              </a:defRPr>
            </a:lvl8pPr>
            <a:lvl9pPr algn="ctr">
              <a:defRPr sz="1425" b="1">
                <a:solidFill>
                  <a:srgbClr val="183440"/>
                </a:solidFill>
                <a:latin typeface="Malgun Gothic"/>
                <a:ea typeface="Malgun Gothic"/>
                <a:cs typeface="Malgun Gothic"/>
              </a:defRPr>
            </a:lvl9pPr>
          </a:lstStyle>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사용하는</a:t>
            </a:r>
          </a:p>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에셋</a:t>
            </a:r>
          </a:p>
        </p:txBody>
      </p:sp>
      <p:sp>
        <p:nvSpPr>
          <p:cNvPr id="18" name="rect-305">
            <a:extLst xmlns:a="http://schemas.openxmlformats.org/drawingml/2006/main">
              <a:ext uri="{FF2B5EF4-FFF2-40B4-BE49-F238E27FC236}">
                <a16:creationId xmlns:a16="http://schemas.microsoft.com/office/drawing/2014/main" id="{ED12248F-E148-4E27-BBAF-637B6DEF42DA}"/>
              </a:ext>
            </a:extLst>
          </p:cNvPr>
          <p:cNvSpPr>
            <a:spLocks xmlns:a="http://schemas.openxmlformats.org/drawingml/2006/main" noGrp="1"/>
          </p:cNvSpPr>
          <p:nvPr/>
        </p:nvSpPr>
        <p:spPr>
          <a:xfrm xmlns:a="http://schemas.openxmlformats.org/drawingml/2006/main">
            <a:off x="4267200" y="3781425"/>
            <a:ext cx="1047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9" name="text-306">
            <a:extLst xmlns:a="http://schemas.openxmlformats.org/drawingml/2006/main">
              <a:ext uri="{FF2B5EF4-FFF2-40B4-BE49-F238E27FC236}">
                <a16:creationId xmlns:a16="http://schemas.microsoft.com/office/drawing/2014/main" id="{12FBFC43-7BD1-42F8-8B0C-52195899D9CF}"/>
              </a:ext>
            </a:extLst>
          </p:cNvPr>
          <p:cNvSpPr>
            <a:spLocks xmlns:a="http://schemas.openxmlformats.org/drawingml/2006/main" noGrp="1"/>
          </p:cNvSpPr>
          <p:nvPr/>
        </p:nvSpPr>
        <p:spPr>
          <a:xfrm xmlns:a="http://schemas.openxmlformats.org/drawingml/2006/main">
            <a:off x="4343400" y="3781425"/>
            <a:ext cx="895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1">
                <a:solidFill>
                  <a:srgbClr val="183440"/>
                </a:solidFill>
                <a:latin typeface="Malgun Gothic"/>
                <a:ea typeface="Malgun Gothic"/>
                <a:cs typeface="Malgun Gothic"/>
              </a:defRPr>
            </a:defPPr>
            <a:lvl1pPr algn="ctr">
              <a:defRPr sz="1425" b="1">
                <a:solidFill>
                  <a:srgbClr val="183440"/>
                </a:solidFill>
                <a:latin typeface="Malgun Gothic"/>
                <a:ea typeface="Malgun Gothic"/>
                <a:cs typeface="Malgun Gothic"/>
              </a:defRPr>
            </a:lvl1pPr>
            <a:lvl2pPr algn="ctr">
              <a:defRPr sz="1425" b="1">
                <a:solidFill>
                  <a:srgbClr val="183440"/>
                </a:solidFill>
                <a:latin typeface="Malgun Gothic"/>
                <a:ea typeface="Malgun Gothic"/>
                <a:cs typeface="Malgun Gothic"/>
              </a:defRPr>
            </a:lvl2pPr>
            <a:lvl3pPr algn="ctr">
              <a:defRPr sz="1425" b="1">
                <a:solidFill>
                  <a:srgbClr val="183440"/>
                </a:solidFill>
                <a:latin typeface="Malgun Gothic"/>
                <a:ea typeface="Malgun Gothic"/>
                <a:cs typeface="Malgun Gothic"/>
              </a:defRPr>
            </a:lvl3pPr>
            <a:lvl4pPr algn="ctr">
              <a:defRPr sz="1425" b="1">
                <a:solidFill>
                  <a:srgbClr val="183440"/>
                </a:solidFill>
                <a:latin typeface="Malgun Gothic"/>
                <a:ea typeface="Malgun Gothic"/>
                <a:cs typeface="Malgun Gothic"/>
              </a:defRPr>
            </a:lvl4pPr>
            <a:lvl5pPr algn="ctr">
              <a:defRPr sz="1425" b="1">
                <a:solidFill>
                  <a:srgbClr val="183440"/>
                </a:solidFill>
                <a:latin typeface="Malgun Gothic"/>
                <a:ea typeface="Malgun Gothic"/>
                <a:cs typeface="Malgun Gothic"/>
              </a:defRPr>
            </a:lvl5pPr>
            <a:lvl6pPr algn="ctr">
              <a:defRPr sz="1425" b="1">
                <a:solidFill>
                  <a:srgbClr val="183440"/>
                </a:solidFill>
                <a:latin typeface="Malgun Gothic"/>
                <a:ea typeface="Malgun Gothic"/>
                <a:cs typeface="Malgun Gothic"/>
              </a:defRPr>
            </a:lvl6pPr>
            <a:lvl7pPr algn="ctr">
              <a:defRPr sz="1425" b="1">
                <a:solidFill>
                  <a:srgbClr val="183440"/>
                </a:solidFill>
                <a:latin typeface="Malgun Gothic"/>
                <a:ea typeface="Malgun Gothic"/>
                <a:cs typeface="Malgun Gothic"/>
              </a:defRPr>
            </a:lvl7pPr>
            <a:lvl8pPr algn="ctr">
              <a:defRPr sz="1425" b="1">
                <a:solidFill>
                  <a:srgbClr val="183440"/>
                </a:solidFill>
                <a:latin typeface="Malgun Gothic"/>
                <a:ea typeface="Malgun Gothic"/>
                <a:cs typeface="Malgun Gothic"/>
              </a:defRPr>
            </a:lvl8pPr>
            <a:lvl9pPr algn="ctr">
              <a:defRPr sz="1425" b="1">
                <a:solidFill>
                  <a:srgbClr val="183440"/>
                </a:solidFill>
                <a:latin typeface="Malgun Gothic"/>
                <a:ea typeface="Malgun Gothic"/>
                <a:cs typeface="Malgun Gothic"/>
              </a:defRPr>
            </a:lvl9pPr>
          </a:lstStyle>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그다음</a:t>
            </a:r>
          </a:p>
          <a:p xmlns:a="http://schemas.openxmlformats.org/drawingml/2006/main">
            <a:pPr algn="ctr">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에셋</a:t>
            </a:r>
          </a:p>
        </p:txBody>
      </p:sp>
      <p:sp>
        <p:nvSpPr>
          <p:cNvPr id="20" name="arrow-307">
            <a:extLst xmlns:a="http://schemas.openxmlformats.org/drawingml/2006/main">
              <a:ext uri="{FF2B5EF4-FFF2-40B4-BE49-F238E27FC236}">
                <a16:creationId xmlns:a16="http://schemas.microsoft.com/office/drawing/2014/main" id="{44A93C39-553F-4495-9438-67F8A97A05C9}"/>
              </a:ext>
            </a:extLst>
          </p:cNvPr>
          <p:cNvSpPr>
            <a:spLocks xmlns:a="http://schemas.openxmlformats.org/drawingml/2006/main" noGrp="1"/>
          </p:cNvSpPr>
          <p:nvPr/>
        </p:nvSpPr>
        <p:spPr>
          <a:xfrm xmlns:a="http://schemas.openxmlformats.org/drawingml/2006/main">
            <a:off x="2114550" y="3995738"/>
            <a:ext cx="209550" cy="14287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21" name="arrow-308">
            <a:extLst xmlns:a="http://schemas.openxmlformats.org/drawingml/2006/main">
              <a:ext uri="{FF2B5EF4-FFF2-40B4-BE49-F238E27FC236}">
                <a16:creationId xmlns:a16="http://schemas.microsoft.com/office/drawing/2014/main" id="{8937F4D2-4C12-4A9A-A737-C847D82C0B50}"/>
              </a:ext>
            </a:extLst>
          </p:cNvPr>
          <p:cNvSpPr>
            <a:spLocks xmlns:a="http://schemas.openxmlformats.org/drawingml/2006/main" noGrp="1"/>
          </p:cNvSpPr>
          <p:nvPr/>
        </p:nvSpPr>
        <p:spPr>
          <a:xfrm xmlns:a="http://schemas.openxmlformats.org/drawingml/2006/main">
            <a:off x="3829050" y="3995738"/>
            <a:ext cx="209550" cy="14287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22" name="rect-309">
            <a:extLst xmlns:a="http://schemas.openxmlformats.org/drawingml/2006/main">
              <a:ext uri="{FF2B5EF4-FFF2-40B4-BE49-F238E27FC236}">
                <a16:creationId xmlns:a16="http://schemas.microsoft.com/office/drawing/2014/main" id="{A0D2EA4E-9D66-4925-B871-0D38BE69D866}"/>
              </a:ext>
            </a:extLst>
          </p:cNvPr>
          <p:cNvSpPr>
            <a:spLocks xmlns:a="http://schemas.openxmlformats.org/drawingml/2006/main" noGrp="1"/>
          </p:cNvSpPr>
          <p:nvPr/>
        </p:nvSpPr>
        <p:spPr>
          <a:xfrm xmlns:a="http://schemas.openxmlformats.org/drawingml/2006/main">
            <a:off x="838200" y="4895850"/>
            <a:ext cx="1695450" cy="723900"/>
          </a:xfrm>
          <a:prstGeom xmlns:a="http://schemas.openxmlformats.org/drawingml/2006/main" prst="rect">
            <a:avLst/>
          </a:prstGeom>
          <a:solidFill xmlns:a="http://schemas.openxmlformats.org/drawingml/2006/main">
            <a:srgbClr val="FFFFFF"/>
          </a:solidFill>
          <a:ln xmlns:a="http://schemas.openxmlformats.org/drawingml/2006/main" w="7620">
            <a:solidFill>
              <a:srgbClr val="B45F20"/>
            </a:solidFill>
          </a:ln>
        </p:spPr>
      </p:sp>
      <p:sp>
        <p:nvSpPr>
          <p:cNvPr id="23" name="text-310">
            <a:extLst xmlns:a="http://schemas.openxmlformats.org/drawingml/2006/main">
              <a:ext uri="{FF2B5EF4-FFF2-40B4-BE49-F238E27FC236}">
                <a16:creationId xmlns:a16="http://schemas.microsoft.com/office/drawing/2014/main" id="{A3BC3B7F-D543-458D-B801-987F0645CEE8}"/>
              </a:ext>
            </a:extLst>
          </p:cNvPr>
          <p:cNvSpPr>
            <a:spLocks xmlns:a="http://schemas.openxmlformats.org/drawingml/2006/main" noGrp="1"/>
          </p:cNvSpPr>
          <p:nvPr/>
        </p:nvSpPr>
        <p:spPr>
          <a:xfrm xmlns:a="http://schemas.openxmlformats.org/drawingml/2006/main">
            <a:off x="990600" y="4895850"/>
            <a:ext cx="1390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목록에 없는</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에셋</a:t>
            </a:r>
          </a:p>
        </p:txBody>
      </p:sp>
      <p:sp>
        <p:nvSpPr>
          <p:cNvPr id="24" name="text-311">
            <a:extLst xmlns:a="http://schemas.openxmlformats.org/drawingml/2006/main">
              <a:ext uri="{FF2B5EF4-FFF2-40B4-BE49-F238E27FC236}">
                <a16:creationId xmlns:a16="http://schemas.microsoft.com/office/drawing/2014/main" id="{69B56897-6906-4899-953E-49E030DD1D00}"/>
              </a:ext>
            </a:extLst>
          </p:cNvPr>
          <p:cNvSpPr>
            <a:spLocks xmlns:a="http://schemas.openxmlformats.org/drawingml/2006/main" noGrp="1"/>
          </p:cNvSpPr>
          <p:nvPr/>
        </p:nvSpPr>
        <p:spPr>
          <a:xfrm xmlns:a="http://schemas.openxmlformats.org/drawingml/2006/main">
            <a:off x="2819400" y="4895850"/>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0">
                <a:solidFill>
                  <a:srgbClr val="183440"/>
                </a:solidFill>
                <a:latin typeface="Malgun Gothic"/>
                <a:ea typeface="Malgun Gothic"/>
                <a:cs typeface="Malgun Gothic"/>
              </a:defRPr>
            </a:defPPr>
            <a:lvl1pPr>
              <a:defRPr sz="1575" b="0">
                <a:solidFill>
                  <a:srgbClr val="183440"/>
                </a:solidFill>
                <a:latin typeface="Malgun Gothic"/>
                <a:ea typeface="Malgun Gothic"/>
                <a:cs typeface="Malgun Gothic"/>
              </a:defRPr>
            </a:lvl1pPr>
            <a:lvl2pPr>
              <a:defRPr sz="1575" b="0">
                <a:solidFill>
                  <a:srgbClr val="183440"/>
                </a:solidFill>
                <a:latin typeface="Malgun Gothic"/>
                <a:ea typeface="Malgun Gothic"/>
                <a:cs typeface="Malgun Gothic"/>
              </a:defRPr>
            </a:lvl2pPr>
            <a:lvl3pPr>
              <a:defRPr sz="1575" b="0">
                <a:solidFill>
                  <a:srgbClr val="183440"/>
                </a:solidFill>
                <a:latin typeface="Malgun Gothic"/>
                <a:ea typeface="Malgun Gothic"/>
                <a:cs typeface="Malgun Gothic"/>
              </a:defRPr>
            </a:lvl3pPr>
            <a:lvl4pPr>
              <a:defRPr sz="1575" b="0">
                <a:solidFill>
                  <a:srgbClr val="183440"/>
                </a:solidFill>
                <a:latin typeface="Malgun Gothic"/>
                <a:ea typeface="Malgun Gothic"/>
                <a:cs typeface="Malgun Gothic"/>
              </a:defRPr>
            </a:lvl4pPr>
            <a:lvl5pPr>
              <a:defRPr sz="1575" b="0">
                <a:solidFill>
                  <a:srgbClr val="183440"/>
                </a:solidFill>
                <a:latin typeface="Malgun Gothic"/>
                <a:ea typeface="Malgun Gothic"/>
                <a:cs typeface="Malgun Gothic"/>
              </a:defRPr>
            </a:lvl5pPr>
            <a:lvl6pPr>
              <a:defRPr sz="1575" b="0">
                <a:solidFill>
                  <a:srgbClr val="183440"/>
                </a:solidFill>
                <a:latin typeface="Malgun Gothic"/>
                <a:ea typeface="Malgun Gothic"/>
                <a:cs typeface="Malgun Gothic"/>
              </a:defRPr>
            </a:lvl6pPr>
            <a:lvl7pPr>
              <a:defRPr sz="1575" b="0">
                <a:solidFill>
                  <a:srgbClr val="183440"/>
                </a:solidFill>
                <a:latin typeface="Malgun Gothic"/>
                <a:ea typeface="Malgun Gothic"/>
                <a:cs typeface="Malgun Gothic"/>
              </a:defRPr>
            </a:lvl7pPr>
            <a:lvl8pPr>
              <a:defRPr sz="1575" b="0">
                <a:solidFill>
                  <a:srgbClr val="183440"/>
                </a:solidFill>
                <a:latin typeface="Malgun Gothic"/>
                <a:ea typeface="Malgun Gothic"/>
                <a:cs typeface="Malgun Gothic"/>
              </a:defRPr>
            </a:lvl8pPr>
            <a:lvl9pPr>
              <a:defRPr sz="1575" b="0">
                <a:solidFill>
                  <a:srgbClr val="183440"/>
                </a:solidFill>
                <a:latin typeface="Malgun Gothic"/>
                <a:ea typeface="Malgun Gothic"/>
                <a:cs typeface="Malgun Gothic"/>
              </a:defRPr>
            </a:lvl9pPr>
          </a:lstStyle>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이 범위 밖 에셋은</a:t>
            </a:r>
          </a:p>
          <a:p xmlns:a="http://schemas.openxmlformats.org/drawingml/2006/main">
            <a:pPr>
              <a:defRPr sz="1575" b="0">
                <a:solidFill>
                  <a:srgbClr val="183440"/>
                </a:solidFill>
                <a:latin typeface="Malgun Gothic"/>
                <a:ea typeface="Malgun Gothic"/>
                <a:cs typeface="Malgun Gothic"/>
              </a:defRPr>
            </a:pPr>
            <a:r>
              <a:rPr sz="1575" b="0">
                <a:solidFill>
                  <a:srgbClr val="183440"/>
                </a:solidFill>
                <a:latin typeface="Malgun Gothic"/>
                <a:ea typeface="Malgun Gothic"/>
                <a:cs typeface="Malgun Gothic"/>
              </a:rPr>
              <a:t>검사하지 않음</a:t>
            </a:r>
          </a:p>
        </p:txBody>
      </p:sp>
      <p:sp>
        <p:nvSpPr>
          <p:cNvPr id="25" name="text-312">
            <a:extLst xmlns:a="http://schemas.openxmlformats.org/drawingml/2006/main">
              <a:ext uri="{FF2B5EF4-FFF2-40B4-BE49-F238E27FC236}">
                <a16:creationId xmlns:a16="http://schemas.microsoft.com/office/drawing/2014/main" id="{5183C94C-3CA4-4400-9CDC-429893CFF8DB}"/>
              </a:ext>
            </a:extLst>
          </p:cNvPr>
          <p:cNvSpPr>
            <a:spLocks xmlns:a="http://schemas.openxmlformats.org/drawingml/2006/main" noGrp="1"/>
          </p:cNvSpPr>
          <p:nvPr/>
        </p:nvSpPr>
        <p:spPr>
          <a:xfrm xmlns:a="http://schemas.openxmlformats.org/drawingml/2006/main">
            <a:off x="666750" y="5715000"/>
            <a:ext cx="481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당시 코드로 재구성한 검사 범위 예시</a:t>
            </a:r>
          </a:p>
        </p:txBody>
      </p:sp>
      <p:pic>
        <p:nvPicPr>
          <p:cNvPr id="26" name="">
            <a:extLst xmlns:a="http://schemas.openxmlformats.org/drawingml/2006/main">
              <a:ext uri="{FF2B5EF4-FFF2-40B4-BE49-F238E27FC236}">
                <a16:creationId xmlns:a16="http://schemas.microsoft.com/office/drawing/2014/main" id="{F307D5A6-4C9B-4B47-BE3D-910153810B1D}"/>
              </a:ext>
            </a:extLst>
          </p:cNvPr>
          <p:cNvPicPr>
            <a:picLocks xmlns:a="http://schemas.openxmlformats.org/drawingml/2006/main" noChangeAspect="1"/>
          </p:cNvPicPr>
          <p:nvPr/>
        </p:nvPicPr>
        <p:blipFill>
          <a:blip xmlns:r="http://schemas.openxmlformats.org/officeDocument/2006/relationships" xmlns:a="http://schemas.openxmlformats.org/drawingml/2006/main" r:embed="Rcc9d3a1ff68f4133"/>
          <a:stretch xmlns:a="http://schemas.openxmlformats.org/drawingml/2006/main"/>
        </p:blipFill>
        <p:spPr>
          <a:xfrm xmlns:a="http://schemas.openxmlformats.org/drawingml/2006/main">
            <a:off x="6324600" y="2686050"/>
            <a:ext cx="5410200" cy="3380432"/>
          </a:xfrm>
          <a:prstGeom xmlns:a="http://schemas.openxmlformats.org/drawingml/2006/main" prst="rect">
            <a:avLst/>
          </a:prstGeom>
        </p:spPr>
      </p:pic>
      <p:sp>
        <p:nvSpPr>
          <p:cNvPr id="27" name="rect-313">
            <a:extLst xmlns:a="http://schemas.openxmlformats.org/drawingml/2006/main">
              <a:ext uri="{FF2B5EF4-FFF2-40B4-BE49-F238E27FC236}">
                <a16:creationId xmlns:a16="http://schemas.microsoft.com/office/drawing/2014/main" id="{F2DB3C18-9869-449F-95B1-7FC1E0C514FB}"/>
              </a:ext>
            </a:extLst>
          </p:cNvPr>
          <p:cNvSpPr>
            <a:spLocks xmlns:a="http://schemas.openxmlformats.org/drawingml/2006/main" noGrp="1"/>
          </p:cNvSpPr>
          <p:nvPr/>
        </p:nvSpPr>
        <p:spPr>
          <a:xfrm xmlns:a="http://schemas.openxmlformats.org/drawingml/2006/main">
            <a:off x="6381750" y="2743200"/>
            <a:ext cx="1619250" cy="190500"/>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28" name="rect-314">
            <a:extLst xmlns:a="http://schemas.openxmlformats.org/drawingml/2006/main">
              <a:ext uri="{FF2B5EF4-FFF2-40B4-BE49-F238E27FC236}">
                <a16:creationId xmlns:a16="http://schemas.microsoft.com/office/drawing/2014/main" id="{CE79A7DE-0BA5-46FB-B76D-157E70949566}"/>
              </a:ext>
            </a:extLst>
          </p:cNvPr>
          <p:cNvSpPr>
            <a:spLocks xmlns:a="http://schemas.openxmlformats.org/drawingml/2006/main" noGrp="1"/>
          </p:cNvSpPr>
          <p:nvPr/>
        </p:nvSpPr>
        <p:spPr>
          <a:xfrm xmlns:a="http://schemas.openxmlformats.org/drawingml/2006/main">
            <a:off x="9944100" y="2943225"/>
            <a:ext cx="1752600" cy="238125"/>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29" name="rect-315">
            <a:extLst xmlns:a="http://schemas.openxmlformats.org/drawingml/2006/main">
              <a:ext uri="{FF2B5EF4-FFF2-40B4-BE49-F238E27FC236}">
                <a16:creationId xmlns:a16="http://schemas.microsoft.com/office/drawing/2014/main" id="{BB4F3B17-80B4-4705-BDF3-57BCDA729AFC}"/>
              </a:ext>
            </a:extLst>
          </p:cNvPr>
          <p:cNvSpPr>
            <a:spLocks xmlns:a="http://schemas.openxmlformats.org/drawingml/2006/main" noGrp="1"/>
          </p:cNvSpPr>
          <p:nvPr/>
        </p:nvSpPr>
        <p:spPr>
          <a:xfrm xmlns:a="http://schemas.openxmlformats.org/drawingml/2006/main">
            <a:off x="6419850" y="5543550"/>
            <a:ext cx="5238750" cy="457200"/>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30" name="rect-316">
            <a:extLst xmlns:a="http://schemas.openxmlformats.org/drawingml/2006/main">
              <a:ext uri="{FF2B5EF4-FFF2-40B4-BE49-F238E27FC236}">
                <a16:creationId xmlns:a16="http://schemas.microsoft.com/office/drawing/2014/main" id="{6594A0CA-4F99-4C71-BE73-3994D681E28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1" name="link-317">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BFD2840A-4BD2-4D38-9F36-FE5543948F5E}"/>
              </a:ext>
            </a:extLst>
          </p:cNvPr>
          <p:cNvSpPr>
            <a:spLocks xmlns:a="http://schemas.openxmlformats.org/drawingml/2006/main" noGrp="1"/>
          </p:cNvSpPr>
          <p:nvPr/>
        </p:nvSpPr>
        <p:spPr>
          <a:xfrm xmlns:a="http://schemas.openxmlformats.org/drawingml/2006/main">
            <a:off x="457200" y="6438900"/>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초기 구현·변경 기록 ↗</a:t>
            </a:r>
          </a:p>
        </p:txBody>
      </p:sp>
      <p:sp>
        <p:nvSpPr>
          <p:cNvPr id="32" name="link-318">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EDEBABF2-4115-4786-9AD1-8CA5FBE61839}"/>
              </a:ext>
            </a:extLst>
          </p:cNvPr>
          <p:cNvSpPr>
            <a:spLocks xmlns:a="http://schemas.openxmlformats.org/drawingml/2006/main" noGrp="1"/>
          </p:cNvSpPr>
          <p:nvPr/>
        </p:nvSpPr>
        <p:spPr>
          <a:xfrm xmlns:a="http://schemas.openxmlformats.org/drawingml/2006/main">
            <a:off x="6324600" y="64389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개발 당시 원본 화면 ↗</a:t>
            </a:r>
          </a:p>
        </p:txBody>
      </p:sp>
    </p:spTree>
    <p:extLst>
      <p:ext uri="{BB962C8B-B14F-4D97-AF65-F5344CB8AC3E}">
        <p14:creationId xmlns:p14="http://schemas.microsoft.com/office/powerpoint/2010/main" val="10802693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319">
            <a:extLst xmlns:a="http://schemas.openxmlformats.org/drawingml/2006/main">
              <a:ext uri="{FF2B5EF4-FFF2-40B4-BE49-F238E27FC236}">
                <a16:creationId xmlns:a16="http://schemas.microsoft.com/office/drawing/2014/main" id="{C3E7B621-0C05-44CE-A964-496D1E53F99D}"/>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320">
            <a:extLst xmlns:a="http://schemas.openxmlformats.org/drawingml/2006/main">
              <a:ext uri="{FF2B5EF4-FFF2-40B4-BE49-F238E27FC236}">
                <a16:creationId xmlns:a16="http://schemas.microsoft.com/office/drawing/2014/main" id="{6E83F1DA-0115-4905-8CC3-8C1070659D72}"/>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321">
            <a:extLst xmlns:a="http://schemas.openxmlformats.org/drawingml/2006/main">
              <a:ext uri="{FF2B5EF4-FFF2-40B4-BE49-F238E27FC236}">
                <a16:creationId xmlns:a16="http://schemas.microsoft.com/office/drawing/2014/main" id="{1FFD0135-D15B-4C10-8548-E5E9A194AA06}"/>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미사용 후보 탐색 · 원인과 수정 (2/3)</a:t>
            </a:r>
          </a:p>
        </p:txBody>
      </p:sp>
      <p:sp>
        <p:nvSpPr>
          <p:cNvPr id="4" name="text-322">
            <a:extLst xmlns:a="http://schemas.openxmlformats.org/drawingml/2006/main">
              <a:ext uri="{FF2B5EF4-FFF2-40B4-BE49-F238E27FC236}">
                <a16:creationId xmlns:a16="http://schemas.microsoft.com/office/drawing/2014/main" id="{2EDA9696-44E6-426F-B7C5-6141932198A4}"/>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해결: 프로젝트 콘텐츠 전체에서 미사용 후보 선별</a:t>
            </a:r>
          </a:p>
        </p:txBody>
      </p:sp>
      <p:sp>
        <p:nvSpPr>
          <p:cNvPr id="5" name="text-323">
            <a:extLst xmlns:a="http://schemas.openxmlformats.org/drawingml/2006/main">
              <a:ext uri="{FF2B5EF4-FFF2-40B4-BE49-F238E27FC236}">
                <a16:creationId xmlns:a16="http://schemas.microsoft.com/office/drawing/2014/main" id="{B4DAC418-667C-4107-839B-29CFE139775C}"/>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선택한 에셋의 관계 목록을 검사하는 대신, 프로젝트 콘텐츠 전체를 모아 후보를 찾도록 바꿨습니다.</a:t>
            </a:r>
          </a:p>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기존 관계 조회는 유지하고, 에셋을 선택하지 않아도 실행할 수 있는 탐색 기능으로 분리했습니다.</a:t>
            </a:r>
          </a:p>
        </p:txBody>
      </p:sp>
      <p:sp>
        <p:nvSpPr>
          <p:cNvPr id="6" name="text-324">
            <a:extLst xmlns:a="http://schemas.openxmlformats.org/drawingml/2006/main">
              <a:ext uri="{FF2B5EF4-FFF2-40B4-BE49-F238E27FC236}">
                <a16:creationId xmlns:a16="http://schemas.microsoft.com/office/drawing/2014/main" id="{2F4C619A-A129-40C5-AE6F-8E2E83522B61}"/>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09 / 15</a:t>
            </a:r>
          </a:p>
        </p:txBody>
      </p:sp>
      <p:sp>
        <p:nvSpPr>
          <p:cNvPr id="7" name="link-325">
            <a:extLst xmlns:a="http://schemas.openxmlformats.org/drawingml/2006/main">
              <a:ext uri="{FF2B5EF4-FFF2-40B4-BE49-F238E27FC236}">
                <a16:creationId xmlns:a16="http://schemas.microsoft.com/office/drawing/2014/main" id="{AA81503B-3BAC-4615-9654-F42596C495C2}"/>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326">
            <a:extLst xmlns:a="http://schemas.openxmlformats.org/drawingml/2006/main">
              <a:ext uri="{FF2B5EF4-FFF2-40B4-BE49-F238E27FC236}">
                <a16:creationId xmlns:a16="http://schemas.microsoft.com/office/drawing/2014/main" id="{FE2B5602-7642-4208-A8C2-FD3F42243F19}"/>
              </a:ext>
            </a:extLst>
          </p:cNvPr>
          <p:cNvSpPr>
            <a:spLocks xmlns:a="http://schemas.openxmlformats.org/drawingml/2006/main" noGrp="1"/>
          </p:cNvSpPr>
          <p:nvPr/>
        </p:nvSpPr>
        <p:spPr>
          <a:xfrm xmlns:a="http://schemas.openxmlformats.org/drawingml/2006/main">
            <a:off x="15621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008D98"/>
                </a:solidFill>
                <a:latin typeface="Malgun Gothic"/>
                <a:ea typeface="Malgun Gothic"/>
                <a:cs typeface="Malgun Gothic"/>
              </a:defRPr>
            </a:defPPr>
            <a:lvl1pPr algn="ctr">
              <a:defRPr sz="1725" b="1">
                <a:solidFill>
                  <a:srgbClr val="008D98"/>
                </a:solidFill>
                <a:latin typeface="Malgun Gothic"/>
                <a:ea typeface="Malgun Gothic"/>
                <a:cs typeface="Malgun Gothic"/>
              </a:defRPr>
            </a:lvl1pPr>
            <a:lvl2pPr algn="ctr">
              <a:defRPr sz="1725" b="1">
                <a:solidFill>
                  <a:srgbClr val="008D98"/>
                </a:solidFill>
                <a:latin typeface="Malgun Gothic"/>
                <a:ea typeface="Malgun Gothic"/>
                <a:cs typeface="Malgun Gothic"/>
              </a:defRPr>
            </a:lvl2pPr>
            <a:lvl3pPr algn="ctr">
              <a:defRPr sz="1725" b="1">
                <a:solidFill>
                  <a:srgbClr val="008D98"/>
                </a:solidFill>
                <a:latin typeface="Malgun Gothic"/>
                <a:ea typeface="Malgun Gothic"/>
                <a:cs typeface="Malgun Gothic"/>
              </a:defRPr>
            </a:lvl3pPr>
            <a:lvl4pPr algn="ctr">
              <a:defRPr sz="1725" b="1">
                <a:solidFill>
                  <a:srgbClr val="008D98"/>
                </a:solidFill>
                <a:latin typeface="Malgun Gothic"/>
                <a:ea typeface="Malgun Gothic"/>
                <a:cs typeface="Malgun Gothic"/>
              </a:defRPr>
            </a:lvl4pPr>
            <a:lvl5pPr algn="ctr">
              <a:defRPr sz="1725" b="1">
                <a:solidFill>
                  <a:srgbClr val="008D98"/>
                </a:solidFill>
                <a:latin typeface="Malgun Gothic"/>
                <a:ea typeface="Malgun Gothic"/>
                <a:cs typeface="Malgun Gothic"/>
              </a:defRPr>
            </a:lvl5pPr>
            <a:lvl6pPr algn="ctr">
              <a:defRPr sz="1725" b="1">
                <a:solidFill>
                  <a:srgbClr val="008D98"/>
                </a:solidFill>
                <a:latin typeface="Malgun Gothic"/>
                <a:ea typeface="Malgun Gothic"/>
                <a:cs typeface="Malgun Gothic"/>
              </a:defRPr>
            </a:lvl6pPr>
            <a:lvl7pPr algn="ctr">
              <a:defRPr sz="1725" b="1">
                <a:solidFill>
                  <a:srgbClr val="008D98"/>
                </a:solidFill>
                <a:latin typeface="Malgun Gothic"/>
                <a:ea typeface="Malgun Gothic"/>
                <a:cs typeface="Malgun Gothic"/>
              </a:defRPr>
            </a:lvl7pPr>
            <a:lvl8pPr algn="ctr">
              <a:defRPr sz="1725" b="1">
                <a:solidFill>
                  <a:srgbClr val="008D98"/>
                </a:solidFill>
                <a:latin typeface="Malgun Gothic"/>
                <a:ea typeface="Malgun Gothic"/>
                <a:cs typeface="Malgun Gothic"/>
              </a:defRPr>
            </a:lvl8pPr>
            <a:lvl9pPr algn="ctr">
              <a:defRPr sz="1725" b="1">
                <a:solidFill>
                  <a:srgbClr val="008D98"/>
                </a:solidFill>
                <a:latin typeface="Malgun Gothic"/>
                <a:ea typeface="Malgun Gothic"/>
                <a:cs typeface="Malgun Gothic"/>
              </a:defRPr>
            </a:lvl9pPr>
          </a:lstStyle>
          <a:p xmlns:a="http://schemas.openxmlformats.org/drawingml/2006/main">
            <a:pPr algn="ct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① 검사 대상 확대</a:t>
            </a:r>
          </a:p>
        </p:txBody>
      </p:sp>
      <p:sp>
        <p:nvSpPr>
          <p:cNvPr id="9" name="text-327">
            <a:extLst xmlns:a="http://schemas.openxmlformats.org/drawingml/2006/main">
              <a:ext uri="{FF2B5EF4-FFF2-40B4-BE49-F238E27FC236}">
                <a16:creationId xmlns:a16="http://schemas.microsoft.com/office/drawing/2014/main" id="{8A2DCA69-DBF9-477A-8B52-76CEB078257E}"/>
              </a:ext>
            </a:extLst>
          </p:cNvPr>
          <p:cNvSpPr>
            <a:spLocks xmlns:a="http://schemas.openxmlformats.org/drawingml/2006/main" noGrp="1"/>
          </p:cNvSpPr>
          <p:nvPr/>
        </p:nvSpPr>
        <p:spPr>
          <a:xfrm xmlns:a="http://schemas.openxmlformats.org/drawingml/2006/main">
            <a:off x="52197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83440"/>
                </a:solidFill>
                <a:latin typeface="Malgun Gothic"/>
                <a:ea typeface="Malgun Gothic"/>
                <a:cs typeface="Malgun Gothic"/>
              </a:defRPr>
            </a:defPPr>
            <a:lvl1pPr algn="ctr">
              <a:defRPr sz="1725" b="1">
                <a:solidFill>
                  <a:srgbClr val="183440"/>
                </a:solidFill>
                <a:latin typeface="Malgun Gothic"/>
                <a:ea typeface="Malgun Gothic"/>
                <a:cs typeface="Malgun Gothic"/>
              </a:defRPr>
            </a:lvl1pPr>
            <a:lvl2pPr algn="ctr">
              <a:defRPr sz="1725" b="1">
                <a:solidFill>
                  <a:srgbClr val="183440"/>
                </a:solidFill>
                <a:latin typeface="Malgun Gothic"/>
                <a:ea typeface="Malgun Gothic"/>
                <a:cs typeface="Malgun Gothic"/>
              </a:defRPr>
            </a:lvl2pPr>
            <a:lvl3pPr algn="ctr">
              <a:defRPr sz="1725" b="1">
                <a:solidFill>
                  <a:srgbClr val="183440"/>
                </a:solidFill>
                <a:latin typeface="Malgun Gothic"/>
                <a:ea typeface="Malgun Gothic"/>
                <a:cs typeface="Malgun Gothic"/>
              </a:defRPr>
            </a:lvl3pPr>
            <a:lvl4pPr algn="ctr">
              <a:defRPr sz="1725" b="1">
                <a:solidFill>
                  <a:srgbClr val="183440"/>
                </a:solidFill>
                <a:latin typeface="Malgun Gothic"/>
                <a:ea typeface="Malgun Gothic"/>
                <a:cs typeface="Malgun Gothic"/>
              </a:defRPr>
            </a:lvl4pPr>
            <a:lvl5pPr algn="ctr">
              <a:defRPr sz="1725" b="1">
                <a:solidFill>
                  <a:srgbClr val="183440"/>
                </a:solidFill>
                <a:latin typeface="Malgun Gothic"/>
                <a:ea typeface="Malgun Gothic"/>
                <a:cs typeface="Malgun Gothic"/>
              </a:defRPr>
            </a:lvl5pPr>
            <a:lvl6pPr algn="ctr">
              <a:defRPr sz="1725" b="1">
                <a:solidFill>
                  <a:srgbClr val="183440"/>
                </a:solidFill>
                <a:latin typeface="Malgun Gothic"/>
                <a:ea typeface="Malgun Gothic"/>
                <a:cs typeface="Malgun Gothic"/>
              </a:defRPr>
            </a:lvl6pPr>
            <a:lvl7pPr algn="ctr">
              <a:defRPr sz="1725" b="1">
                <a:solidFill>
                  <a:srgbClr val="183440"/>
                </a:solidFill>
                <a:latin typeface="Malgun Gothic"/>
                <a:ea typeface="Malgun Gothic"/>
                <a:cs typeface="Malgun Gothic"/>
              </a:defRPr>
            </a:lvl7pPr>
            <a:lvl8pPr algn="ctr">
              <a:defRPr sz="1725" b="1">
                <a:solidFill>
                  <a:srgbClr val="183440"/>
                </a:solidFill>
                <a:latin typeface="Malgun Gothic"/>
                <a:ea typeface="Malgun Gothic"/>
                <a:cs typeface="Malgun Gothic"/>
              </a:defRPr>
            </a:lvl8pPr>
            <a:lvl9pPr algn="ctr">
              <a:defRPr sz="1725" b="1">
                <a:solidFill>
                  <a:srgbClr val="183440"/>
                </a:solidFill>
                <a:latin typeface="Malgun Gothic"/>
                <a:ea typeface="Malgun Gothic"/>
                <a:cs typeface="Malgun Gothic"/>
              </a:defRPr>
            </a:lvl9pPr>
          </a:lstStyle>
          <a:p xmlns:a="http://schemas.openxmlformats.org/drawingml/2006/main">
            <a:pPr algn="ctr">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② 후보 판정 유지</a:t>
            </a:r>
          </a:p>
        </p:txBody>
      </p:sp>
      <p:sp>
        <p:nvSpPr>
          <p:cNvPr id="10" name="text-328">
            <a:extLst xmlns:a="http://schemas.openxmlformats.org/drawingml/2006/main">
              <a:ext uri="{FF2B5EF4-FFF2-40B4-BE49-F238E27FC236}">
                <a16:creationId xmlns:a16="http://schemas.microsoft.com/office/drawing/2014/main" id="{5DB1CDAB-4505-4DF9-B631-27A2356D3227}"/>
              </a:ext>
            </a:extLst>
          </p:cNvPr>
          <p:cNvSpPr>
            <a:spLocks xmlns:a="http://schemas.openxmlformats.org/drawingml/2006/main" noGrp="1"/>
          </p:cNvSpPr>
          <p:nvPr/>
        </p:nvSpPr>
        <p:spPr>
          <a:xfrm xmlns:a="http://schemas.openxmlformats.org/drawingml/2006/main">
            <a:off x="88773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008D98"/>
                </a:solidFill>
                <a:latin typeface="Malgun Gothic"/>
                <a:ea typeface="Malgun Gothic"/>
                <a:cs typeface="Malgun Gothic"/>
              </a:defRPr>
            </a:defPPr>
            <a:lvl1pPr algn="ctr">
              <a:defRPr sz="1725" b="1">
                <a:solidFill>
                  <a:srgbClr val="008D98"/>
                </a:solidFill>
                <a:latin typeface="Malgun Gothic"/>
                <a:ea typeface="Malgun Gothic"/>
                <a:cs typeface="Malgun Gothic"/>
              </a:defRPr>
            </a:lvl1pPr>
            <a:lvl2pPr algn="ctr">
              <a:defRPr sz="1725" b="1">
                <a:solidFill>
                  <a:srgbClr val="008D98"/>
                </a:solidFill>
                <a:latin typeface="Malgun Gothic"/>
                <a:ea typeface="Malgun Gothic"/>
                <a:cs typeface="Malgun Gothic"/>
              </a:defRPr>
            </a:lvl2pPr>
            <a:lvl3pPr algn="ctr">
              <a:defRPr sz="1725" b="1">
                <a:solidFill>
                  <a:srgbClr val="008D98"/>
                </a:solidFill>
                <a:latin typeface="Malgun Gothic"/>
                <a:ea typeface="Malgun Gothic"/>
                <a:cs typeface="Malgun Gothic"/>
              </a:defRPr>
            </a:lvl3pPr>
            <a:lvl4pPr algn="ctr">
              <a:defRPr sz="1725" b="1">
                <a:solidFill>
                  <a:srgbClr val="008D98"/>
                </a:solidFill>
                <a:latin typeface="Malgun Gothic"/>
                <a:ea typeface="Malgun Gothic"/>
                <a:cs typeface="Malgun Gothic"/>
              </a:defRPr>
            </a:lvl4pPr>
            <a:lvl5pPr algn="ctr">
              <a:defRPr sz="1725" b="1">
                <a:solidFill>
                  <a:srgbClr val="008D98"/>
                </a:solidFill>
                <a:latin typeface="Malgun Gothic"/>
                <a:ea typeface="Malgun Gothic"/>
                <a:cs typeface="Malgun Gothic"/>
              </a:defRPr>
            </a:lvl5pPr>
            <a:lvl6pPr algn="ctr">
              <a:defRPr sz="1725" b="1">
                <a:solidFill>
                  <a:srgbClr val="008D98"/>
                </a:solidFill>
                <a:latin typeface="Malgun Gothic"/>
                <a:ea typeface="Malgun Gothic"/>
                <a:cs typeface="Malgun Gothic"/>
              </a:defRPr>
            </a:lvl6pPr>
            <a:lvl7pPr algn="ctr">
              <a:defRPr sz="1725" b="1">
                <a:solidFill>
                  <a:srgbClr val="008D98"/>
                </a:solidFill>
                <a:latin typeface="Malgun Gothic"/>
                <a:ea typeface="Malgun Gothic"/>
                <a:cs typeface="Malgun Gothic"/>
              </a:defRPr>
            </a:lvl7pPr>
            <a:lvl8pPr algn="ctr">
              <a:defRPr sz="1725" b="1">
                <a:solidFill>
                  <a:srgbClr val="008D98"/>
                </a:solidFill>
                <a:latin typeface="Malgun Gothic"/>
                <a:ea typeface="Malgun Gothic"/>
                <a:cs typeface="Malgun Gothic"/>
              </a:defRPr>
            </a:lvl8pPr>
            <a:lvl9pPr algn="ctr">
              <a:defRPr sz="1725" b="1">
                <a:solidFill>
                  <a:srgbClr val="008D98"/>
                </a:solidFill>
                <a:latin typeface="Malgun Gothic"/>
                <a:ea typeface="Malgun Gothic"/>
                <a:cs typeface="Malgun Gothic"/>
              </a:defRPr>
            </a:lvl9pPr>
          </a:lstStyle>
          <a:p xmlns:a="http://schemas.openxmlformats.org/drawingml/2006/main">
            <a:pPr algn="ct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③ 후보 표시 방식 변경</a:t>
            </a:r>
          </a:p>
        </p:txBody>
      </p:sp>
      <p:sp>
        <p:nvSpPr>
          <p:cNvPr id="11" name="text-329">
            <a:extLst xmlns:a="http://schemas.openxmlformats.org/drawingml/2006/main">
              <a:ext uri="{FF2B5EF4-FFF2-40B4-BE49-F238E27FC236}">
                <a16:creationId xmlns:a16="http://schemas.microsoft.com/office/drawing/2014/main" id="{A1BC51BC-A3B9-4790-8864-43CB5203FAEC}"/>
              </a:ext>
            </a:extLst>
          </p:cNvPr>
          <p:cNvSpPr>
            <a:spLocks xmlns:a="http://schemas.openxmlformats.org/drawingml/2006/main" noGrp="1"/>
          </p:cNvSpPr>
          <p:nvPr/>
        </p:nvSpPr>
        <p:spPr>
          <a:xfrm xmlns:a="http://schemas.openxmlformats.org/drawingml/2006/main">
            <a:off x="457200" y="2867025"/>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B45F20"/>
                </a:solidFill>
                <a:latin typeface="Malgun Gothic"/>
                <a:ea typeface="Malgun Gothic"/>
                <a:cs typeface="Malgun Gothic"/>
              </a:defRPr>
            </a:defPPr>
            <a:lvl1pPr>
              <a:defRPr sz="1875" b="1">
                <a:solidFill>
                  <a:srgbClr val="B45F20"/>
                </a:solidFill>
                <a:latin typeface="Malgun Gothic"/>
                <a:ea typeface="Malgun Gothic"/>
                <a:cs typeface="Malgun Gothic"/>
              </a:defRPr>
            </a:lvl1pPr>
            <a:lvl2pPr>
              <a:defRPr sz="1875" b="1">
                <a:solidFill>
                  <a:srgbClr val="B45F20"/>
                </a:solidFill>
                <a:latin typeface="Malgun Gothic"/>
                <a:ea typeface="Malgun Gothic"/>
                <a:cs typeface="Malgun Gothic"/>
              </a:defRPr>
            </a:lvl2pPr>
            <a:lvl3pPr>
              <a:defRPr sz="1875" b="1">
                <a:solidFill>
                  <a:srgbClr val="B45F20"/>
                </a:solidFill>
                <a:latin typeface="Malgun Gothic"/>
                <a:ea typeface="Malgun Gothic"/>
                <a:cs typeface="Malgun Gothic"/>
              </a:defRPr>
            </a:lvl3pPr>
            <a:lvl4pPr>
              <a:defRPr sz="1875" b="1">
                <a:solidFill>
                  <a:srgbClr val="B45F20"/>
                </a:solidFill>
                <a:latin typeface="Malgun Gothic"/>
                <a:ea typeface="Malgun Gothic"/>
                <a:cs typeface="Malgun Gothic"/>
              </a:defRPr>
            </a:lvl4pPr>
            <a:lvl5pPr>
              <a:defRPr sz="1875" b="1">
                <a:solidFill>
                  <a:srgbClr val="B45F20"/>
                </a:solidFill>
                <a:latin typeface="Malgun Gothic"/>
                <a:ea typeface="Malgun Gothic"/>
                <a:cs typeface="Malgun Gothic"/>
              </a:defRPr>
            </a:lvl5pPr>
            <a:lvl6pPr>
              <a:defRPr sz="1875" b="1">
                <a:solidFill>
                  <a:srgbClr val="B45F20"/>
                </a:solidFill>
                <a:latin typeface="Malgun Gothic"/>
                <a:ea typeface="Malgun Gothic"/>
                <a:cs typeface="Malgun Gothic"/>
              </a:defRPr>
            </a:lvl6pPr>
            <a:lvl7pPr>
              <a:defRPr sz="1875" b="1">
                <a:solidFill>
                  <a:srgbClr val="B45F20"/>
                </a:solidFill>
                <a:latin typeface="Malgun Gothic"/>
                <a:ea typeface="Malgun Gothic"/>
                <a:cs typeface="Malgun Gothic"/>
              </a:defRPr>
            </a:lvl7pPr>
            <a:lvl8pPr>
              <a:defRPr sz="1875" b="1">
                <a:solidFill>
                  <a:srgbClr val="B45F20"/>
                </a:solidFill>
                <a:latin typeface="Malgun Gothic"/>
                <a:ea typeface="Malgun Gothic"/>
                <a:cs typeface="Malgun Gothic"/>
              </a:defRPr>
            </a:lvl8pPr>
            <a:lvl9pPr>
              <a:defRPr sz="1875" b="1">
                <a:solidFill>
                  <a:srgbClr val="B45F20"/>
                </a:solidFill>
                <a:latin typeface="Malgun Gothic"/>
                <a:ea typeface="Malgun Gothic"/>
                <a:cs typeface="Malgun Gothic"/>
              </a:defRPr>
            </a:lvl9pPr>
          </a:lstStyle>
          <a:p xmlns:a="http://schemas.openxmlformats.org/drawingml/2006/main">
            <a:pPr>
              <a:defRPr sz="1875" b="1">
                <a:solidFill>
                  <a:srgbClr val="B45F20"/>
                </a:solidFill>
                <a:latin typeface="Malgun Gothic"/>
                <a:ea typeface="Malgun Gothic"/>
                <a:cs typeface="Malgun Gothic"/>
              </a:defRPr>
            </a:pPr>
            <a:r>
              <a:rPr sz="1875" b="1">
                <a:solidFill>
                  <a:srgbClr val="B45F20"/>
                </a:solidFill>
                <a:latin typeface="Malgun Gothic"/>
                <a:ea typeface="Malgun Gothic"/>
                <a:cs typeface="Malgun Gothic"/>
              </a:rPr>
              <a:t>초기</a:t>
            </a:r>
          </a:p>
        </p:txBody>
      </p:sp>
      <p:sp>
        <p:nvSpPr>
          <p:cNvPr id="12" name="rect-330">
            <a:extLst xmlns:a="http://schemas.openxmlformats.org/drawingml/2006/main">
              <a:ext uri="{FF2B5EF4-FFF2-40B4-BE49-F238E27FC236}">
                <a16:creationId xmlns:a16="http://schemas.microsoft.com/office/drawing/2014/main" id="{5C4C953F-7F6F-465D-B348-31924F2610EE}"/>
              </a:ext>
            </a:extLst>
          </p:cNvPr>
          <p:cNvSpPr>
            <a:spLocks xmlns:a="http://schemas.openxmlformats.org/drawingml/2006/main" noGrp="1"/>
          </p:cNvSpPr>
          <p:nvPr/>
        </p:nvSpPr>
        <p:spPr>
          <a:xfrm xmlns:a="http://schemas.openxmlformats.org/drawingml/2006/main">
            <a:off x="1562100" y="2686050"/>
            <a:ext cx="2857500" cy="7239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3" name="text-331">
            <a:extLst xmlns:a="http://schemas.openxmlformats.org/drawingml/2006/main">
              <a:ext uri="{FF2B5EF4-FFF2-40B4-BE49-F238E27FC236}">
                <a16:creationId xmlns:a16="http://schemas.microsoft.com/office/drawing/2014/main" id="{D34A124E-D73C-414E-9704-D3CFB3DF41E1}"/>
              </a:ext>
            </a:extLst>
          </p:cNvPr>
          <p:cNvSpPr>
            <a:spLocks xmlns:a="http://schemas.openxmlformats.org/drawingml/2006/main" noGrp="1"/>
          </p:cNvSpPr>
          <p:nvPr/>
        </p:nvSpPr>
        <p:spPr>
          <a:xfrm xmlns:a="http://schemas.openxmlformats.org/drawingml/2006/main">
            <a:off x="1733550" y="268605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선택한 에셋의</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관계 목록만 검사</a:t>
            </a:r>
          </a:p>
        </p:txBody>
      </p:sp>
      <p:sp>
        <p:nvSpPr>
          <p:cNvPr id="14" name="arrow-332">
            <a:extLst xmlns:a="http://schemas.openxmlformats.org/drawingml/2006/main">
              <a:ext uri="{FF2B5EF4-FFF2-40B4-BE49-F238E27FC236}">
                <a16:creationId xmlns:a16="http://schemas.microsoft.com/office/drawing/2014/main" id="{82E18FE3-316B-46F0-AED8-494ED4705F6B}"/>
              </a:ext>
            </a:extLst>
          </p:cNvPr>
          <p:cNvSpPr>
            <a:spLocks xmlns:a="http://schemas.openxmlformats.org/drawingml/2006/main" noGrp="1"/>
          </p:cNvSpPr>
          <p:nvPr/>
        </p:nvSpPr>
        <p:spPr>
          <a:xfrm xmlns:a="http://schemas.openxmlformats.org/drawingml/2006/main">
            <a:off x="4700588" y="2967038"/>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15" name="rect-333">
            <a:extLst xmlns:a="http://schemas.openxmlformats.org/drawingml/2006/main">
              <a:ext uri="{FF2B5EF4-FFF2-40B4-BE49-F238E27FC236}">
                <a16:creationId xmlns:a16="http://schemas.microsoft.com/office/drawing/2014/main" id="{CA9633E7-AC9B-49D7-A13B-561D685475B2}"/>
              </a:ext>
            </a:extLst>
          </p:cNvPr>
          <p:cNvSpPr>
            <a:spLocks xmlns:a="http://schemas.openxmlformats.org/drawingml/2006/main" noGrp="1"/>
          </p:cNvSpPr>
          <p:nvPr/>
        </p:nvSpPr>
        <p:spPr>
          <a:xfrm xmlns:a="http://schemas.openxmlformats.org/drawingml/2006/main">
            <a:off x="5219700" y="2686050"/>
            <a:ext cx="2857500" cy="7239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6" name="text-334">
            <a:extLst xmlns:a="http://schemas.openxmlformats.org/drawingml/2006/main">
              <a:ext uri="{FF2B5EF4-FFF2-40B4-BE49-F238E27FC236}">
                <a16:creationId xmlns:a16="http://schemas.microsoft.com/office/drawing/2014/main" id="{B655B0C4-3740-40DC-A723-E0A71EC1AD30}"/>
              </a:ext>
            </a:extLst>
          </p:cNvPr>
          <p:cNvSpPr>
            <a:spLocks xmlns:a="http://schemas.openxmlformats.org/drawingml/2006/main" noGrp="1"/>
          </p:cNvSpPr>
          <p:nvPr/>
        </p:nvSpPr>
        <p:spPr>
          <a:xfrm xmlns:a="http://schemas.openxmlformats.org/drawingml/2006/main">
            <a:off x="5391150" y="2686050"/>
            <a:ext cx="2514600" cy="7239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ctr" marL="0" indent="0">
              <ns2:lnSpc>
                <ns2:spcPct val="100000"/>
              </ns2:lnSpc>
            </ns2:pPr>
            <ns2:r>
              <ns2:rPr sz="1650" b="0">
                <ns2:solidFill>
                  <ns2:srgbClr val="183440"/>
                </ns2:solidFill>
                <ns2:latin typeface="Malgun Gothic"/>
                <ns2:ea typeface="Malgun Gothic"/>
                <ns2:cs typeface="Malgun Gothic"/>
              </ns2:rPr>
              <ns2:t>다른 에셋의 참조가 없는</ns2:t>
            </ns2:r>
          </ns2:p>
          <ns3:p xmlns:ns3="http://schemas.openxmlformats.org/drawingml/2006/main">
            <ns3:pPr algn="ctr" marL="0" indent="0">
              <ns3:lnSpc>
                <ns3:spcPct val="100000"/>
              </ns3:lnSpc>
            </ns3:pPr>
            <ns3:r>
              <ns3:rPr sz="1650" b="0">
                <ns3:solidFill>
                  <ns3:srgbClr val="183440"/>
                </ns3:solidFill>
                <ns3:latin typeface="Malgun Gothic"/>
                <ns3:ea typeface="Malgun Gothic"/>
                <ns3:cs typeface="Malgun Gothic"/>
              </ns3:rPr>
              <ns3:t>항목을 후보로 분류</ns3:t>
            </ns3:r>
          </ns3:p>
        </p:txBody>
      </p:sp>
      <p:sp>
        <p:nvSpPr>
          <p:cNvPr id="17" name="arrow-335">
            <a:extLst xmlns:a="http://schemas.openxmlformats.org/drawingml/2006/main">
              <a:ext uri="{FF2B5EF4-FFF2-40B4-BE49-F238E27FC236}">
                <a16:creationId xmlns:a16="http://schemas.microsoft.com/office/drawing/2014/main" id="{5147243E-B45B-4747-8603-63E91C4BF147}"/>
              </a:ext>
            </a:extLst>
          </p:cNvPr>
          <p:cNvSpPr>
            <a:spLocks xmlns:a="http://schemas.openxmlformats.org/drawingml/2006/main" noGrp="1"/>
          </p:cNvSpPr>
          <p:nvPr/>
        </p:nvSpPr>
        <p:spPr>
          <a:xfrm xmlns:a="http://schemas.openxmlformats.org/drawingml/2006/main">
            <a:off x="8358188" y="2967038"/>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18" name="rect-336">
            <a:extLst xmlns:a="http://schemas.openxmlformats.org/drawingml/2006/main">
              <a:ext uri="{FF2B5EF4-FFF2-40B4-BE49-F238E27FC236}">
                <a16:creationId xmlns:a16="http://schemas.microsoft.com/office/drawing/2014/main" id="{F06778F5-A6E3-471D-8CE3-140DEA7C858D}"/>
              </a:ext>
            </a:extLst>
          </p:cNvPr>
          <p:cNvSpPr>
            <a:spLocks xmlns:a="http://schemas.openxmlformats.org/drawingml/2006/main" noGrp="1"/>
          </p:cNvSpPr>
          <p:nvPr/>
        </p:nvSpPr>
        <p:spPr>
          <a:xfrm xmlns:a="http://schemas.openxmlformats.org/drawingml/2006/main">
            <a:off x="8877300" y="2686050"/>
            <a:ext cx="2857500" cy="72390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9" name="text-337">
            <a:extLst xmlns:a="http://schemas.openxmlformats.org/drawingml/2006/main">
              <a:ext uri="{FF2B5EF4-FFF2-40B4-BE49-F238E27FC236}">
                <a16:creationId xmlns:a16="http://schemas.microsoft.com/office/drawing/2014/main" id="{96D9DEE8-4007-4C18-96FD-585A3F317E96}"/>
              </a:ext>
            </a:extLst>
          </p:cNvPr>
          <p:cNvSpPr>
            <a:spLocks xmlns:a="http://schemas.openxmlformats.org/drawingml/2006/main" noGrp="1"/>
          </p:cNvSpPr>
          <p:nvPr/>
        </p:nvSpPr>
        <p:spPr>
          <a:xfrm xmlns:a="http://schemas.openxmlformats.org/drawingml/2006/main">
            <a:off x="9048750" y="268605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참조 관계 트리 안에</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미사용 후보 표시</a:t>
            </a:r>
          </a:p>
        </p:txBody>
      </p:sp>
      <p:sp>
        <p:nvSpPr>
          <p:cNvPr id="20" name="text-338">
            <a:extLst xmlns:a="http://schemas.openxmlformats.org/drawingml/2006/main">
              <a:ext uri="{FF2B5EF4-FFF2-40B4-BE49-F238E27FC236}">
                <a16:creationId xmlns:a16="http://schemas.microsoft.com/office/drawing/2014/main" id="{7FF5C87E-1090-41B8-97F6-1E7EEB37109F}"/>
              </a:ext>
            </a:extLst>
          </p:cNvPr>
          <p:cNvSpPr>
            <a:spLocks xmlns:a="http://schemas.openxmlformats.org/drawingml/2006/main" noGrp="1"/>
          </p:cNvSpPr>
          <p:nvPr/>
        </p:nvSpPr>
        <p:spPr>
          <a:xfrm xmlns:a="http://schemas.openxmlformats.org/drawingml/2006/main">
            <a:off x="457200" y="3914775"/>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변경</a:t>
            </a:r>
          </a:p>
        </p:txBody>
      </p:sp>
      <p:sp>
        <p:nvSpPr>
          <p:cNvPr id="21" name="rect-339">
            <a:extLst xmlns:a="http://schemas.openxmlformats.org/drawingml/2006/main">
              <a:ext uri="{FF2B5EF4-FFF2-40B4-BE49-F238E27FC236}">
                <a16:creationId xmlns:a16="http://schemas.microsoft.com/office/drawing/2014/main" id="{BAA8EFB8-1534-4E2D-BAE8-658870DDF1C8}"/>
              </a:ext>
            </a:extLst>
          </p:cNvPr>
          <p:cNvSpPr>
            <a:spLocks xmlns:a="http://schemas.openxmlformats.org/drawingml/2006/main" noGrp="1"/>
          </p:cNvSpPr>
          <p:nvPr/>
        </p:nvSpPr>
        <p:spPr>
          <a:xfrm xmlns:a="http://schemas.openxmlformats.org/drawingml/2006/main">
            <a:off x="1562100" y="3733800"/>
            <a:ext cx="2857500" cy="7239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2" name="text-340">
            <a:extLst xmlns:a="http://schemas.openxmlformats.org/drawingml/2006/main">
              <a:ext uri="{FF2B5EF4-FFF2-40B4-BE49-F238E27FC236}">
                <a16:creationId xmlns:a16="http://schemas.microsoft.com/office/drawing/2014/main" id="{C279D98E-D88D-439C-94D8-9EF1AA94A91C}"/>
              </a:ext>
            </a:extLst>
          </p:cNvPr>
          <p:cNvSpPr>
            <a:spLocks xmlns:a="http://schemas.openxmlformats.org/drawingml/2006/main" noGrp="1"/>
          </p:cNvSpPr>
          <p:nvPr/>
        </p:nvSpPr>
        <p:spPr>
          <a:xfrm xmlns:a="http://schemas.openxmlformats.org/drawingml/2006/main">
            <a:off x="1733550" y="373380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프로젝트 콘텐츠</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전체를 검사</a:t>
            </a:r>
          </a:p>
        </p:txBody>
      </p:sp>
      <p:sp>
        <p:nvSpPr>
          <p:cNvPr id="23" name="arrow-341">
            <a:extLst xmlns:a="http://schemas.openxmlformats.org/drawingml/2006/main">
              <a:ext uri="{FF2B5EF4-FFF2-40B4-BE49-F238E27FC236}">
                <a16:creationId xmlns:a16="http://schemas.microsoft.com/office/drawing/2014/main" id="{EE03AE78-9D72-4734-9FC0-17CCCBE3F058}"/>
              </a:ext>
            </a:extLst>
          </p:cNvPr>
          <p:cNvSpPr>
            <a:spLocks xmlns:a="http://schemas.openxmlformats.org/drawingml/2006/main" noGrp="1"/>
          </p:cNvSpPr>
          <p:nvPr/>
        </p:nvSpPr>
        <p:spPr>
          <a:xfrm xmlns:a="http://schemas.openxmlformats.org/drawingml/2006/main">
            <a:off x="4700588" y="4014788"/>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4" name="rect-342">
            <a:extLst xmlns:a="http://schemas.openxmlformats.org/drawingml/2006/main">
              <a:ext uri="{FF2B5EF4-FFF2-40B4-BE49-F238E27FC236}">
                <a16:creationId xmlns:a16="http://schemas.microsoft.com/office/drawing/2014/main" id="{3AD70006-796D-4F0A-9AEC-5449832B5468}"/>
              </a:ext>
            </a:extLst>
          </p:cNvPr>
          <p:cNvSpPr>
            <a:spLocks xmlns:a="http://schemas.openxmlformats.org/drawingml/2006/main" noGrp="1"/>
          </p:cNvSpPr>
          <p:nvPr/>
        </p:nvSpPr>
        <p:spPr>
          <a:xfrm xmlns:a="http://schemas.openxmlformats.org/drawingml/2006/main">
            <a:off x="5219700" y="3733800"/>
            <a:ext cx="2857500" cy="72390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5" name="text-343">
            <a:extLst xmlns:a="http://schemas.openxmlformats.org/drawingml/2006/main">
              <a:ext uri="{FF2B5EF4-FFF2-40B4-BE49-F238E27FC236}">
                <a16:creationId xmlns:a16="http://schemas.microsoft.com/office/drawing/2014/main" id="{5FE81B1A-B7C3-4C5F-8321-609C5106C064}"/>
              </a:ext>
            </a:extLst>
          </p:cNvPr>
          <p:cNvSpPr>
            <a:spLocks xmlns:a="http://schemas.openxmlformats.org/drawingml/2006/main" noGrp="1"/>
          </p:cNvSpPr>
          <p:nvPr/>
        </p:nvSpPr>
        <p:spPr>
          <a:xfrm xmlns:a="http://schemas.openxmlformats.org/drawingml/2006/main">
            <a:off x="5391150" y="3733800"/>
            <a:ext cx="2514600" cy="723900"/>
          </a:xfrm>
          <a:prstGeom xmlns:a="http://schemas.openxmlformats.org/drawingml/2006/main" prst="rect">
            <a:avLst/>
          </a:prstGeom>
          <a:noFill xmlns:a="http://schemas.openxmlformats.org/drawingml/2006/main"/>
          <a:ln xmlns:a="http://schemas.openxmlformats.org/drawingml/2006/main" w="0">
            <a:noFill/>
          </a:ln>
        </p:spPr>
        <p:txBody>
          <ns4:bodyPr xmlns:ns4="http://schemas.openxmlformats.org/drawingml/2006/main" anchor="ctr" wrap="square" lIns="0" rIns="0" tIns="0" bIns="0"/>
          <ns5:lstStyle xmlns:ns5="http://schemas.openxmlformats.org/drawingml/2006/main"/>
          <ns6:p xmlns:ns6="http://schemas.openxmlformats.org/drawingml/2006/main">
            <ns6:pPr algn="ctr" marL="0" indent="0">
              <ns6:lnSpc>
                <ns6:spcPct val="100000"/>
              </ns6:lnSpc>
            </ns6:pPr>
            <ns6:r>
              <ns6:rPr sz="1650" b="0">
                <ns6:solidFill>
                  <ns6:srgbClr val="183440"/>
                </ns6:solidFill>
                <ns6:latin typeface="Malgun Gothic"/>
                <ns6:ea typeface="Malgun Gothic"/>
                <ns6:cs typeface="Malgun Gothic"/>
              </ns6:rPr>
              <ns6:t>다른 에셋의 참조가 없는</ns6:t>
            </ns6:r>
          </ns6:p>
          <ns7:p xmlns:ns7="http://schemas.openxmlformats.org/drawingml/2006/main">
            <ns7:pPr algn="ctr" marL="0" indent="0">
              <ns7:lnSpc>
                <ns7:spcPct val="100000"/>
              </ns7:lnSpc>
            </ns7:pPr>
            <ns7:r>
              <ns7:rPr sz="1650" b="0">
                <ns7:solidFill>
                  <ns7:srgbClr val="183440"/>
                </ns7:solidFill>
                <ns7:latin typeface="Malgun Gothic"/>
                <ns7:ea typeface="Malgun Gothic"/>
                <ns7:cs typeface="Malgun Gothic"/>
              </ns7:rPr>
              <ns7:t>항목을 후보로 분류</ns7:t>
            </ns7:r>
          </ns7:p>
        </p:txBody>
      </p:sp>
      <p:sp>
        <p:nvSpPr>
          <p:cNvPr id="26" name="arrow-344">
            <a:extLst xmlns:a="http://schemas.openxmlformats.org/drawingml/2006/main">
              <a:ext uri="{FF2B5EF4-FFF2-40B4-BE49-F238E27FC236}">
                <a16:creationId xmlns:a16="http://schemas.microsoft.com/office/drawing/2014/main" id="{E7AD3D14-1423-41AB-9467-264BA85EEABB}"/>
              </a:ext>
            </a:extLst>
          </p:cNvPr>
          <p:cNvSpPr>
            <a:spLocks xmlns:a="http://schemas.openxmlformats.org/drawingml/2006/main" noGrp="1"/>
          </p:cNvSpPr>
          <p:nvPr/>
        </p:nvSpPr>
        <p:spPr>
          <a:xfrm xmlns:a="http://schemas.openxmlformats.org/drawingml/2006/main">
            <a:off x="8358188" y="4014788"/>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7" name="rect-345">
            <a:extLst xmlns:a="http://schemas.openxmlformats.org/drawingml/2006/main">
              <a:ext uri="{FF2B5EF4-FFF2-40B4-BE49-F238E27FC236}">
                <a16:creationId xmlns:a16="http://schemas.microsoft.com/office/drawing/2014/main" id="{03672B4A-7E77-4218-B4B7-B2593184555F}"/>
              </a:ext>
            </a:extLst>
          </p:cNvPr>
          <p:cNvSpPr>
            <a:spLocks xmlns:a="http://schemas.openxmlformats.org/drawingml/2006/main" noGrp="1"/>
          </p:cNvSpPr>
          <p:nvPr/>
        </p:nvSpPr>
        <p:spPr>
          <a:xfrm xmlns:a="http://schemas.openxmlformats.org/drawingml/2006/main">
            <a:off x="8877300" y="3733800"/>
            <a:ext cx="2857500" cy="72390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8" name="text-346">
            <a:extLst xmlns:a="http://schemas.openxmlformats.org/drawingml/2006/main">
              <a:ext uri="{FF2B5EF4-FFF2-40B4-BE49-F238E27FC236}">
                <a16:creationId xmlns:a16="http://schemas.microsoft.com/office/drawing/2014/main" id="{0A48A254-C0C8-4F8F-BF23-F9478865A4DB}"/>
              </a:ext>
            </a:extLst>
          </p:cNvPr>
          <p:cNvSpPr>
            <a:spLocks xmlns:a="http://schemas.openxmlformats.org/drawingml/2006/main" noGrp="1"/>
          </p:cNvSpPr>
          <p:nvPr/>
        </p:nvSpPr>
        <p:spPr>
          <a:xfrm xmlns:a="http://schemas.openxmlformats.org/drawingml/2006/main">
            <a:off x="9048750" y="3733800"/>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미사용 후보만 모아</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전용 목록으로 표시</a:t>
            </a:r>
          </a:p>
        </p:txBody>
      </p:sp>
      <p:sp>
        <p:nvSpPr>
          <p:cNvPr id="29" name="rect-347">
            <a:extLst xmlns:a="http://schemas.openxmlformats.org/drawingml/2006/main">
              <a:ext uri="{FF2B5EF4-FFF2-40B4-BE49-F238E27FC236}">
                <a16:creationId xmlns:a16="http://schemas.microsoft.com/office/drawing/2014/main" id="{E760F94F-3281-4655-8A0A-203F780F5D6F}"/>
              </a:ext>
            </a:extLst>
          </p:cNvPr>
          <p:cNvSpPr>
            <a:spLocks xmlns:a="http://schemas.openxmlformats.org/drawingml/2006/main" noGrp="1"/>
          </p:cNvSpPr>
          <p:nvPr/>
        </p:nvSpPr>
        <p:spPr>
          <a:xfrm xmlns:a="http://schemas.openxmlformats.org/drawingml/2006/main">
            <a:off x="457200" y="4733925"/>
            <a:ext cx="11277600" cy="9525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0" name="text-348">
            <a:extLst xmlns:a="http://schemas.openxmlformats.org/drawingml/2006/main">
              <a:ext uri="{FF2B5EF4-FFF2-40B4-BE49-F238E27FC236}">
                <a16:creationId xmlns:a16="http://schemas.microsoft.com/office/drawing/2014/main" id="{DEAF94E3-91F9-43E5-A5CA-ACFA7E865414}"/>
              </a:ext>
            </a:extLst>
          </p:cNvPr>
          <p:cNvSpPr>
            <a:spLocks xmlns:a="http://schemas.openxmlformats.org/drawingml/2006/main" noGrp="1"/>
          </p:cNvSpPr>
          <p:nvPr/>
        </p:nvSpPr>
        <p:spPr>
          <a:xfrm xmlns:a="http://schemas.openxmlformats.org/drawingml/2006/main">
            <a:off x="628650" y="4800600"/>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56616B"/>
                </a:solidFill>
                <a:latin typeface="Malgun Gothic"/>
                <a:ea typeface="Malgun Gothic"/>
                <a:cs typeface="Malgun Gothic"/>
              </a:defRPr>
            </a:defPPr>
            <a:lvl1pPr>
              <a:defRPr sz="1200" b="1">
                <a:solidFill>
                  <a:srgbClr val="56616B"/>
                </a:solidFill>
                <a:latin typeface="Malgun Gothic"/>
                <a:ea typeface="Malgun Gothic"/>
                <a:cs typeface="Malgun Gothic"/>
              </a:defRPr>
            </a:lvl1pPr>
            <a:lvl2pPr>
              <a:defRPr sz="1200" b="1">
                <a:solidFill>
                  <a:srgbClr val="56616B"/>
                </a:solidFill>
                <a:latin typeface="Malgun Gothic"/>
                <a:ea typeface="Malgun Gothic"/>
                <a:cs typeface="Malgun Gothic"/>
              </a:defRPr>
            </a:lvl2pPr>
            <a:lvl3pPr>
              <a:defRPr sz="1200" b="1">
                <a:solidFill>
                  <a:srgbClr val="56616B"/>
                </a:solidFill>
                <a:latin typeface="Malgun Gothic"/>
                <a:ea typeface="Malgun Gothic"/>
                <a:cs typeface="Malgun Gothic"/>
              </a:defRPr>
            </a:lvl3pPr>
            <a:lvl4pPr>
              <a:defRPr sz="1200" b="1">
                <a:solidFill>
                  <a:srgbClr val="56616B"/>
                </a:solidFill>
                <a:latin typeface="Malgun Gothic"/>
                <a:ea typeface="Malgun Gothic"/>
                <a:cs typeface="Malgun Gothic"/>
              </a:defRPr>
            </a:lvl4pPr>
            <a:lvl5pPr>
              <a:defRPr sz="1200" b="1">
                <a:solidFill>
                  <a:srgbClr val="56616B"/>
                </a:solidFill>
                <a:latin typeface="Malgun Gothic"/>
                <a:ea typeface="Malgun Gothic"/>
                <a:cs typeface="Malgun Gothic"/>
              </a:defRPr>
            </a:lvl5pPr>
            <a:lvl6pPr>
              <a:defRPr sz="1200" b="1">
                <a:solidFill>
                  <a:srgbClr val="56616B"/>
                </a:solidFill>
                <a:latin typeface="Malgun Gothic"/>
                <a:ea typeface="Malgun Gothic"/>
                <a:cs typeface="Malgun Gothic"/>
              </a:defRPr>
            </a:lvl6pPr>
            <a:lvl7pPr>
              <a:defRPr sz="1200" b="1">
                <a:solidFill>
                  <a:srgbClr val="56616B"/>
                </a:solidFill>
                <a:latin typeface="Malgun Gothic"/>
                <a:ea typeface="Malgun Gothic"/>
                <a:cs typeface="Malgun Gothic"/>
              </a:defRPr>
            </a:lvl7pPr>
            <a:lvl8pPr>
              <a:defRPr sz="1200" b="1">
                <a:solidFill>
                  <a:srgbClr val="56616B"/>
                </a:solidFill>
                <a:latin typeface="Malgun Gothic"/>
                <a:ea typeface="Malgun Gothic"/>
                <a:cs typeface="Malgun Gothic"/>
              </a:defRPr>
            </a:lvl8pPr>
            <a:lvl9pPr>
              <a:defRPr sz="1200" b="1">
                <a:solidFill>
                  <a:srgbClr val="56616B"/>
                </a:solidFill>
                <a:latin typeface="Malgun Gothic"/>
                <a:ea typeface="Malgun Gothic"/>
                <a:cs typeface="Malgun Gothic"/>
              </a:defRPr>
            </a:lvl9pPr>
          </a:lstStyle>
          <a:p xmlns:a="http://schemas.openxmlformats.org/drawingml/2006/main">
            <a:pPr>
              <a:defRPr sz="1200" b="1">
                <a:solidFill>
                  <a:srgbClr val="56616B"/>
                </a:solidFill>
                <a:latin typeface="Malgun Gothic"/>
                <a:ea typeface="Malgun Gothic"/>
                <a:cs typeface="Malgun Gothic"/>
              </a:defRPr>
            </a:pPr>
            <a:r>
              <a:rPr sz="1200" b="1">
                <a:solidFill>
                  <a:srgbClr val="56616B"/>
                </a:solidFill>
                <a:latin typeface="Malgun Gothic"/>
                <a:ea typeface="Malgun Gothic"/>
                <a:cs typeface="Malgun Gothic"/>
              </a:rPr>
              <a:t>구현 범위와 근거</a:t>
            </a:r>
          </a:p>
        </p:txBody>
      </p:sp>
      <p:sp>
        <p:nvSpPr>
          <p:cNvPr id="31" name="rect-349">
            <a:extLst xmlns:a="http://schemas.openxmlformats.org/drawingml/2006/main">
              <a:ext uri="{FF2B5EF4-FFF2-40B4-BE49-F238E27FC236}">
                <a16:creationId xmlns:a16="http://schemas.microsoft.com/office/drawing/2014/main" id="{BEC435DA-9D23-4C42-B343-A896F5A74C91}"/>
              </a:ext>
            </a:extLst>
          </p:cNvPr>
          <p:cNvSpPr>
            <a:spLocks xmlns:a="http://schemas.openxmlformats.org/drawingml/2006/main" noGrp="1"/>
          </p:cNvSpPr>
          <p:nvPr/>
        </p:nvSpPr>
        <p:spPr>
          <a:xfrm xmlns:a="http://schemas.openxmlformats.org/drawingml/2006/main">
            <a:off x="6057900" y="5086350"/>
            <a:ext cx="9525" cy="504825"/>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2" name="text-350">
            <a:extLst xmlns:a="http://schemas.openxmlformats.org/drawingml/2006/main">
              <a:ext uri="{FF2B5EF4-FFF2-40B4-BE49-F238E27FC236}">
                <a16:creationId xmlns:a16="http://schemas.microsoft.com/office/drawing/2014/main" id="{9F5BDE53-08FC-49A2-85F0-C516F90E6D9B}"/>
              </a:ext>
            </a:extLst>
          </p:cNvPr>
          <p:cNvSpPr>
            <a:spLocks xmlns:a="http://schemas.openxmlformats.org/drawingml/2006/main" noGrp="1"/>
          </p:cNvSpPr>
          <p:nvPr/>
        </p:nvSpPr>
        <p:spPr>
          <a:xfrm xmlns:a="http://schemas.openxmlformats.org/drawingml/2006/main">
            <a:off x="628650" y="51054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프로젝트 콘텐츠(/Game)</a:t>
            </a:r>
          </a:p>
        </p:txBody>
      </p:sp>
      <p:sp>
        <p:nvSpPr>
          <p:cNvPr id="33" name="text-351">
            <a:extLst xmlns:a="http://schemas.openxmlformats.org/drawingml/2006/main">
              <a:ext uri="{FF2B5EF4-FFF2-40B4-BE49-F238E27FC236}">
                <a16:creationId xmlns:a16="http://schemas.microsoft.com/office/drawing/2014/main" id="{BF26FFB2-F7EB-4A77-AA9B-4A12066502B2}"/>
              </a:ext>
            </a:extLst>
          </p:cNvPr>
          <p:cNvSpPr>
            <a:spLocks xmlns:a="http://schemas.openxmlformats.org/drawingml/2006/main" noGrp="1"/>
          </p:cNvSpPr>
          <p:nvPr/>
        </p:nvSpPr>
        <p:spPr>
          <a:xfrm xmlns:a="http://schemas.openxmlformats.org/drawingml/2006/main">
            <a:off x="628650" y="534352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1">
                <a:solidFill>
                  <a:srgbClr val="008D98"/>
                </a:solidFill>
                <a:latin typeface="Malgun Gothic"/>
                <a:ea typeface="Malgun Gothic"/>
                <a:cs typeface="Malgun Gothic"/>
              </a:defRPr>
            </a:defPPr>
            <a:lvl1pPr>
              <a:defRPr sz="1425" b="1">
                <a:solidFill>
                  <a:srgbClr val="008D98"/>
                </a:solidFill>
                <a:latin typeface="Malgun Gothic"/>
                <a:ea typeface="Malgun Gothic"/>
                <a:cs typeface="Malgun Gothic"/>
              </a:defRPr>
            </a:lvl1pPr>
            <a:lvl2pPr>
              <a:defRPr sz="1425" b="1">
                <a:solidFill>
                  <a:srgbClr val="008D98"/>
                </a:solidFill>
                <a:latin typeface="Malgun Gothic"/>
                <a:ea typeface="Malgun Gothic"/>
                <a:cs typeface="Malgun Gothic"/>
              </a:defRPr>
            </a:lvl2pPr>
            <a:lvl3pPr>
              <a:defRPr sz="1425" b="1">
                <a:solidFill>
                  <a:srgbClr val="008D98"/>
                </a:solidFill>
                <a:latin typeface="Malgun Gothic"/>
                <a:ea typeface="Malgun Gothic"/>
                <a:cs typeface="Malgun Gothic"/>
              </a:defRPr>
            </a:lvl3pPr>
            <a:lvl4pPr>
              <a:defRPr sz="1425" b="1">
                <a:solidFill>
                  <a:srgbClr val="008D98"/>
                </a:solidFill>
                <a:latin typeface="Malgun Gothic"/>
                <a:ea typeface="Malgun Gothic"/>
                <a:cs typeface="Malgun Gothic"/>
              </a:defRPr>
            </a:lvl4pPr>
            <a:lvl5pPr>
              <a:defRPr sz="1425" b="1">
                <a:solidFill>
                  <a:srgbClr val="008D98"/>
                </a:solidFill>
                <a:latin typeface="Malgun Gothic"/>
                <a:ea typeface="Malgun Gothic"/>
                <a:cs typeface="Malgun Gothic"/>
              </a:defRPr>
            </a:lvl5pPr>
            <a:lvl6pPr>
              <a:defRPr sz="1425" b="1">
                <a:solidFill>
                  <a:srgbClr val="008D98"/>
                </a:solidFill>
                <a:latin typeface="Malgun Gothic"/>
                <a:ea typeface="Malgun Gothic"/>
                <a:cs typeface="Malgun Gothic"/>
              </a:defRPr>
            </a:lvl6pPr>
            <a:lvl7pPr>
              <a:defRPr sz="1425" b="1">
                <a:solidFill>
                  <a:srgbClr val="008D98"/>
                </a:solidFill>
                <a:latin typeface="Malgun Gothic"/>
                <a:ea typeface="Malgun Gothic"/>
                <a:cs typeface="Malgun Gothic"/>
              </a:defRPr>
            </a:lvl7pPr>
            <a:lvl8pPr>
              <a:defRPr sz="1425" b="1">
                <a:solidFill>
                  <a:srgbClr val="008D98"/>
                </a:solidFill>
                <a:latin typeface="Malgun Gothic"/>
                <a:ea typeface="Malgun Gothic"/>
                <a:cs typeface="Malgun Gothic"/>
              </a:defRPr>
            </a:lvl8pPr>
            <a:lvl9pPr>
              <a:defRPr sz="1425" b="1">
                <a:solidFill>
                  <a:srgbClr val="008D98"/>
                </a:solidFill>
                <a:latin typeface="Malgun Gothic"/>
                <a:ea typeface="Malgun Gothic"/>
                <a:cs typeface="Malgun Gothic"/>
              </a:defRPr>
            </a:lvl9pPr>
          </a:lstStyle>
          <a:p xmlns:a="http://schemas.openxmlformats.org/drawingml/2006/main">
            <a:pPr>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및 하위 폴더 조회</a:t>
            </a:r>
          </a:p>
        </p:txBody>
      </p:sp>
      <p:sp>
        <p:nvSpPr>
          <p:cNvPr id="34" name="link-352">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A54DAA04-FEB5-4314-ACE6-DD5237B37774}"/>
              </a:ext>
            </a:extLst>
          </p:cNvPr>
          <p:cNvSpPr>
            <a:spLocks xmlns:a="http://schemas.openxmlformats.org/drawingml/2006/main" noGrp="1"/>
          </p:cNvSpPr>
          <p:nvPr/>
        </p:nvSpPr>
        <p:spPr>
          <a:xfrm xmlns:a="http://schemas.openxmlformats.org/drawingml/2006/main">
            <a:off x="6324600" y="51054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검사 범위 구현 ↗</a:t>
            </a:r>
          </a:p>
        </p:txBody>
      </p:sp>
      <p:sp>
        <p:nvSpPr>
          <p:cNvPr id="35" name="link-353">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4FC436BA-0686-498B-A322-A6093B3E6C3F}"/>
              </a:ext>
            </a:extLst>
          </p:cNvPr>
          <p:cNvSpPr>
            <a:spLocks xmlns:a="http://schemas.openxmlformats.org/drawingml/2006/main" noGrp="1"/>
          </p:cNvSpPr>
          <p:nvPr/>
        </p:nvSpPr>
        <p:spPr>
          <a:xfrm xmlns:a="http://schemas.openxmlformats.org/drawingml/2006/main">
            <a:off x="6324600" y="534352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후보 판정 코드·변경 기록 ↗</a:t>
            </a:r>
          </a:p>
        </p:txBody>
      </p:sp>
      <p:sp>
        <p:nvSpPr>
          <p:cNvPr id="36" name="rect-354">
            <a:extLst xmlns:a="http://schemas.openxmlformats.org/drawingml/2006/main">
              <a:ext uri="{FF2B5EF4-FFF2-40B4-BE49-F238E27FC236}">
                <a16:creationId xmlns:a16="http://schemas.microsoft.com/office/drawing/2014/main" id="{B8D7D681-96C7-435A-AE8B-4258695F54A3}"/>
              </a:ext>
            </a:extLst>
          </p:cNvPr>
          <p:cNvSpPr>
            <a:spLocks xmlns:a="http://schemas.openxmlformats.org/drawingml/2006/main" noGrp="1"/>
          </p:cNvSpPr>
          <p:nvPr/>
        </p:nvSpPr>
        <p:spPr>
          <a:xfrm xmlns:a="http://schemas.openxmlformats.org/drawingml/2006/main">
            <a:off x="0" y="5800725"/>
            <a:ext cx="12192000" cy="1057275"/>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37" name="rect-355">
            <a:extLst xmlns:a="http://schemas.openxmlformats.org/drawingml/2006/main">
              <a:ext uri="{FF2B5EF4-FFF2-40B4-BE49-F238E27FC236}">
                <a16:creationId xmlns:a16="http://schemas.microsoft.com/office/drawing/2014/main" id="{C631635B-A807-4423-9A14-BAE9DED586A3}"/>
              </a:ext>
            </a:extLst>
          </p:cNvPr>
          <p:cNvSpPr>
            <a:spLocks xmlns:a="http://schemas.openxmlformats.org/drawingml/2006/main" noGrp="1"/>
          </p:cNvSpPr>
          <p:nvPr/>
        </p:nvSpPr>
        <p:spPr>
          <a:xfrm xmlns:a="http://schemas.openxmlformats.org/drawingml/2006/main">
            <a:off x="6057900" y="5934075"/>
            <a:ext cx="9525" cy="78105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8" name="text-356">
            <a:extLst xmlns:a="http://schemas.openxmlformats.org/drawingml/2006/main">
              <a:ext uri="{FF2B5EF4-FFF2-40B4-BE49-F238E27FC236}">
                <a16:creationId xmlns:a16="http://schemas.microsoft.com/office/drawing/2014/main" id="{FEC46CB7-2C4A-49C1-9816-393FD8703086}"/>
              </a:ext>
            </a:extLst>
          </p:cNvPr>
          <p:cNvSpPr>
            <a:spLocks xmlns:a="http://schemas.openxmlformats.org/drawingml/2006/main" noGrp="1"/>
          </p:cNvSpPr>
          <p:nvPr/>
        </p:nvSpPr>
        <p:spPr>
          <a:xfrm xmlns:a="http://schemas.openxmlformats.org/drawingml/2006/main">
            <a:off x="457200" y="5905500"/>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9" name="text-357">
            <a:extLst xmlns:a="http://schemas.openxmlformats.org/drawingml/2006/main">
              <a:ext uri="{FF2B5EF4-FFF2-40B4-BE49-F238E27FC236}">
                <a16:creationId xmlns:a16="http://schemas.microsoft.com/office/drawing/2014/main" id="{D8F02256-6F57-42E4-B1BE-A94EAB1EF609}"/>
              </a:ext>
            </a:extLst>
          </p:cNvPr>
          <p:cNvSpPr>
            <a:spLocks xmlns:a="http://schemas.openxmlformats.org/drawingml/2006/main" noGrp="1"/>
          </p:cNvSpPr>
          <p:nvPr/>
        </p:nvSpPr>
        <p:spPr>
          <a:xfrm xmlns:a="http://schemas.openxmlformats.org/drawingml/2006/main">
            <a:off x="457200" y="62865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콘텐츠 전체 검사로 전환 제안·계획 수정 요청</a:t>
            </a:r>
          </a:p>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화면 제공·후보 이동 확인</a:t>
            </a:r>
          </a:p>
        </p:txBody>
      </p:sp>
      <p:sp>
        <p:nvSpPr>
          <p:cNvPr id="40" name="text-358">
            <a:extLst xmlns:a="http://schemas.openxmlformats.org/drawingml/2006/main">
              <a:ext uri="{FF2B5EF4-FFF2-40B4-BE49-F238E27FC236}">
                <a16:creationId xmlns:a16="http://schemas.microsoft.com/office/drawing/2014/main" id="{FF628BBE-3D97-4ED5-AAD5-191966EFF9AE}"/>
              </a:ext>
            </a:extLst>
          </p:cNvPr>
          <p:cNvSpPr>
            <a:spLocks xmlns:a="http://schemas.openxmlformats.org/drawingml/2006/main" noGrp="1"/>
          </p:cNvSpPr>
          <p:nvPr/>
        </p:nvSpPr>
        <p:spPr>
          <a:xfrm xmlns:a="http://schemas.openxmlformats.org/drawingml/2006/main">
            <a:off x="6324600" y="5905500"/>
            <a:ext cx="541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41" name="text-359">
            <a:extLst xmlns:a="http://schemas.openxmlformats.org/drawingml/2006/main">
              <a:ext uri="{FF2B5EF4-FFF2-40B4-BE49-F238E27FC236}">
                <a16:creationId xmlns:a16="http://schemas.microsoft.com/office/drawing/2014/main" id="{7199F880-FE98-43ED-AE5D-5CF720C69ACA}"/>
              </a:ext>
            </a:extLst>
          </p:cNvPr>
          <p:cNvSpPr>
            <a:spLocks xmlns:a="http://schemas.openxmlformats.org/drawingml/2006/main" noGrp="1"/>
          </p:cNvSpPr>
          <p:nvPr/>
        </p:nvSpPr>
        <p:spPr>
          <a:xfrm xmlns:a="http://schemas.openxmlformats.org/drawingml/2006/main">
            <a:off x="6324600" y="628650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계획 재작성·전체 스캔·필터·UI 구현</a:t>
            </a:r>
          </a:p>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빌드·검증 기록 정리</a:t>
            </a:r>
          </a:p>
        </p:txBody>
      </p:sp>
    </p:spTree>
    <p:extLst>
      <p:ext uri="{BB962C8B-B14F-4D97-AF65-F5344CB8AC3E}">
        <p14:creationId xmlns:p14="http://schemas.microsoft.com/office/powerpoint/2010/main" val="19271121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rect-234">
            <a:extLst xmlns:a="http://schemas.openxmlformats.org/drawingml/2006/main">
              <a:ext uri="{FF2B5EF4-FFF2-40B4-BE49-F238E27FC236}">
                <a16:creationId xmlns:a16="http://schemas.microsoft.com/office/drawing/2014/main" id="{23BEDDD9-6FBB-4887-BCFF-713E9E3FAE06}"/>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AF5F2"/>
          </a:solidFill>
          <a:ln xmlns:a="http://schemas.openxmlformats.org/drawingml/2006/main" w="0">
            <a:noFill/>
          </a:ln>
        </p:spPr>
      </p:sp>
      <p:sp>
        <p:nvSpPr>
          <p:cNvPr id="2" name="rect-235">
            <a:extLst xmlns:a="http://schemas.openxmlformats.org/drawingml/2006/main">
              <a:ext uri="{FF2B5EF4-FFF2-40B4-BE49-F238E27FC236}">
                <a16:creationId xmlns:a16="http://schemas.microsoft.com/office/drawing/2014/main" id="{53547F9A-083E-48BA-A031-ACA387CF6682}"/>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87F86"/>
          </a:solidFill>
          <a:ln xmlns:a="http://schemas.openxmlformats.org/drawingml/2006/main" w="0">
            <a:noFill/>
          </a:ln>
        </p:spPr>
      </p:sp>
      <p:sp>
        <p:nvSpPr>
          <p:cNvPr id="3" name="text-236">
            <a:extLst xmlns:a="http://schemas.openxmlformats.org/drawingml/2006/main">
              <a:ext uri="{FF2B5EF4-FFF2-40B4-BE49-F238E27FC236}">
                <a16:creationId xmlns:a16="http://schemas.microsoft.com/office/drawing/2014/main" id="{07E4DF48-BD29-44E3-AE92-336B4066495A}"/>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87F86"/>
                </a:solidFill>
                <a:latin typeface="Malgun Gothic"/>
                <a:ea typeface="Malgun Gothic"/>
                <a:cs typeface="Malgun Gothic"/>
              </a:defRPr>
            </a:defPPr>
            <a:lvl1pPr>
              <a:defRPr sz="1200" b="1">
                <a:solidFill>
                  <a:srgbClr val="087F86"/>
                </a:solidFill>
                <a:latin typeface="Malgun Gothic"/>
                <a:ea typeface="Malgun Gothic"/>
                <a:cs typeface="Malgun Gothic"/>
              </a:defRPr>
            </a:lvl1pPr>
            <a:lvl2pPr>
              <a:defRPr sz="1200" b="1">
                <a:solidFill>
                  <a:srgbClr val="087F86"/>
                </a:solidFill>
                <a:latin typeface="Malgun Gothic"/>
                <a:ea typeface="Malgun Gothic"/>
                <a:cs typeface="Malgun Gothic"/>
              </a:defRPr>
            </a:lvl2pPr>
            <a:lvl3pPr>
              <a:defRPr sz="1200" b="1">
                <a:solidFill>
                  <a:srgbClr val="087F86"/>
                </a:solidFill>
                <a:latin typeface="Malgun Gothic"/>
                <a:ea typeface="Malgun Gothic"/>
                <a:cs typeface="Malgun Gothic"/>
              </a:defRPr>
            </a:lvl3pPr>
            <a:lvl4pPr>
              <a:defRPr sz="1200" b="1">
                <a:solidFill>
                  <a:srgbClr val="087F86"/>
                </a:solidFill>
                <a:latin typeface="Malgun Gothic"/>
                <a:ea typeface="Malgun Gothic"/>
                <a:cs typeface="Malgun Gothic"/>
              </a:defRPr>
            </a:lvl4pPr>
            <a:lvl5pPr>
              <a:defRPr sz="1200" b="1">
                <a:solidFill>
                  <a:srgbClr val="087F86"/>
                </a:solidFill>
                <a:latin typeface="Malgun Gothic"/>
                <a:ea typeface="Malgun Gothic"/>
                <a:cs typeface="Malgun Gothic"/>
              </a:defRPr>
            </a:lvl5pPr>
            <a:lvl6pPr>
              <a:defRPr sz="1200" b="1">
                <a:solidFill>
                  <a:srgbClr val="087F86"/>
                </a:solidFill>
                <a:latin typeface="Malgun Gothic"/>
                <a:ea typeface="Malgun Gothic"/>
                <a:cs typeface="Malgun Gothic"/>
              </a:defRPr>
            </a:lvl6pPr>
            <a:lvl7pPr>
              <a:defRPr sz="1200" b="1">
                <a:solidFill>
                  <a:srgbClr val="087F86"/>
                </a:solidFill>
                <a:latin typeface="Malgun Gothic"/>
                <a:ea typeface="Malgun Gothic"/>
                <a:cs typeface="Malgun Gothic"/>
              </a:defRPr>
            </a:lvl7pPr>
            <a:lvl8pPr>
              <a:defRPr sz="1200" b="1">
                <a:solidFill>
                  <a:srgbClr val="087F86"/>
                </a:solidFill>
                <a:latin typeface="Malgun Gothic"/>
                <a:ea typeface="Malgun Gothic"/>
                <a:cs typeface="Malgun Gothic"/>
              </a:defRPr>
            </a:lvl8pPr>
            <a:lvl9pPr>
              <a:defRPr sz="1200" b="1">
                <a:solidFill>
                  <a:srgbClr val="087F86"/>
                </a:solidFill>
                <a:latin typeface="Malgun Gothic"/>
                <a:ea typeface="Malgun Gothic"/>
                <a:cs typeface="Malgun Gothic"/>
              </a:defRPr>
            </a:lvl9pPr>
          </a:lstStyle>
          <a:p xmlns:a="http://schemas.openxmlformats.org/drawingml/2006/main">
            <a:pPr>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프로젝트 구현·검증 | 공유·순환 관계 처리</a:t>
            </a:r>
          </a:p>
        </p:txBody>
      </p:sp>
      <p:sp>
        <p:nvSpPr>
          <p:cNvPr id="4" name="text-237">
            <a:extLst xmlns:a="http://schemas.openxmlformats.org/drawingml/2006/main">
              <a:ext uri="{FF2B5EF4-FFF2-40B4-BE49-F238E27FC236}">
                <a16:creationId xmlns:a16="http://schemas.microsoft.com/office/drawing/2014/main" id="{E58193B3-F658-4006-869E-D756B9FDFABD}"/>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참조 탐색에서 공유 관계 유지와 순환 탐색 종료</a:t>
            </a:r>
          </a:p>
        </p:txBody>
      </p:sp>
      <p:sp>
        <p:nvSpPr>
          <p:cNvPr id="5" name="text-238">
            <a:extLst xmlns:a="http://schemas.openxmlformats.org/drawingml/2006/main">
              <a:ext uri="{FF2B5EF4-FFF2-40B4-BE49-F238E27FC236}">
                <a16:creationId xmlns:a16="http://schemas.microsoft.com/office/drawing/2014/main" id="{133AEFCE-24BF-486F-8104-D74430EF0D18}"/>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ns0:p xmlns:ns0="http://schemas.openxmlformats.org/drawingml/2006/main">
            <ns0:pPr>
              <ns0:defRPr sz="1650" b="0">
                <ns0:solidFill>
                  <ns0:srgbClr val="56616B"/>
                </ns0:solidFill>
                <ns0:latin typeface="Malgun Gothic"/>
                <ns0:ea typeface="Malgun Gothic"/>
                <ns0:cs typeface="Malgun Gothic"/>
              </ns0:defRPr>
            </ns0:pPr>
            <ns0:r>
              <ns0:rPr sz="1650" b="0">
                <ns0:solidFill>
                  <ns0:srgbClr val="56616B"/>
                </ns0:solidFill>
                <ns0:latin typeface="Malgun Gothic"/>
                <ns0:ea typeface="Malgun Gothic"/>
                <ns0:cs typeface="Malgun Gothic"/>
              </ns0:rPr>
              <ns0:t>여러 에셋이 같은 대상을 참조하는 관계는 각 경로에 표시해야 합니다.</ns0:t>
            </ns0:r>
          </ns0:p>
          <ns1:p xmlns:ns1="http://schemas.openxmlformats.org/drawingml/2006/main">
            <ns1:pPr>
              <ns1:defRPr sz="1650" b="0">
                <ns1:solidFill>
                  <ns1:srgbClr val="56616B"/>
                </ns1:solidFill>
                <ns1:latin typeface="Malgun Gothic"/>
                <ns1:ea typeface="Malgun Gothic"/>
                <ns1:cs typeface="Malgun Gothic"/>
              </ns1:defRPr>
            </ns1:pPr>
            <ns1:r>
              <ns1:rPr sz="1650" b="0">
                <ns1:solidFill>
                  <ns1:srgbClr val="56616B"/>
                </ns1:solidFill>
                <ns1:latin typeface="Malgun Gothic"/>
                <ns1:ea typeface="Malgun Gothic"/>
                <ns1:cs typeface="Malgun Gothic"/>
              </ns1:rPr>
              <ns1:t>같은 탐색 경로에서 다시 만난 에셋은 순환으로 표시하고, 그 아래 탐색을 멈추도록 구현했습니다.</ns1:t>
            </ns1:r>
          </ns1:p>
        </p:txBody>
      </p:sp>
      <p:sp>
        <p:nvSpPr>
          <p:cNvPr id="6" name="text-239">
            <a:extLst xmlns:a="http://schemas.openxmlformats.org/drawingml/2006/main">
              <a:ext uri="{FF2B5EF4-FFF2-40B4-BE49-F238E27FC236}">
                <a16:creationId xmlns:a16="http://schemas.microsoft.com/office/drawing/2014/main" id="{E391CB70-5D8A-4300-8B9F-F9CFF189F453}"/>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13 / 15</a:t>
            </a:r>
          </a:p>
        </p:txBody>
      </p:sp>
      <p:sp>
        <p:nvSpPr>
          <p:cNvPr id="7" name="link-240">
            <a:extLst xmlns:a="http://schemas.openxmlformats.org/drawingml/2006/main">
              <a:ext uri="{FF2B5EF4-FFF2-40B4-BE49-F238E27FC236}">
                <a16:creationId xmlns:a16="http://schemas.microsoft.com/office/drawing/2014/main" id="{B79DF9F0-4FA6-4D07-8745-87691C4420CC}"/>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241">
            <a:extLst xmlns:a="http://schemas.openxmlformats.org/drawingml/2006/main">
              <a:ext uri="{FF2B5EF4-FFF2-40B4-BE49-F238E27FC236}">
                <a16:creationId xmlns:a16="http://schemas.microsoft.com/office/drawing/2014/main" id="{5BE2A4C8-42F4-48D0-B510-9C6D04F661AE}"/>
              </a:ext>
            </a:extLst>
          </p:cNvPr>
          <p:cNvSpPr>
            <a:spLocks xmlns:a="http://schemas.openxmlformats.org/drawingml/2006/main" noGrp="1"/>
          </p:cNvSpPr>
          <p:nvPr/>
        </p:nvSpPr>
        <p:spPr>
          <a:xfrm xmlns:a="http://schemas.openxmlformats.org/drawingml/2006/main">
            <a:off x="457200" y="21240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공유·순환 관계의 처리 기준</a:t>
            </a:r>
          </a:p>
        </p:txBody>
      </p:sp>
      <p:sp>
        <p:nvSpPr>
          <p:cNvPr id="9" name="rect-242">
            <a:extLst xmlns:a="http://schemas.openxmlformats.org/drawingml/2006/main">
              <a:ext uri="{FF2B5EF4-FFF2-40B4-BE49-F238E27FC236}">
                <a16:creationId xmlns:a16="http://schemas.microsoft.com/office/drawing/2014/main" id="{87A09F83-199F-4B0E-8ADE-E12B88085BFD}"/>
              </a:ext>
            </a:extLst>
          </p:cNvPr>
          <p:cNvSpPr>
            <a:spLocks xmlns:a="http://schemas.openxmlformats.org/drawingml/2006/main" noGrp="1"/>
          </p:cNvSpPr>
          <p:nvPr/>
        </p:nvSpPr>
        <p:spPr>
          <a:xfrm xmlns:a="http://schemas.openxmlformats.org/drawingml/2006/main">
            <a:off x="457200" y="2590800"/>
            <a:ext cx="5238750" cy="13906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10" name="text-243">
            <a:extLst xmlns:a="http://schemas.openxmlformats.org/drawingml/2006/main">
              <a:ext uri="{FF2B5EF4-FFF2-40B4-BE49-F238E27FC236}">
                <a16:creationId xmlns:a16="http://schemas.microsoft.com/office/drawing/2014/main" id="{63CD1981-1DDA-410F-86E5-883F884B4F81}"/>
              </a:ext>
            </a:extLst>
          </p:cNvPr>
          <p:cNvSpPr>
            <a:spLocks xmlns:a="http://schemas.openxmlformats.org/drawingml/2006/main" noGrp="1"/>
          </p:cNvSpPr>
          <p:nvPr/>
        </p:nvSpPr>
        <p:spPr>
          <a:xfrm xmlns:a="http://schemas.openxmlformats.org/drawingml/2006/main">
            <a:off x="609600" y="2647950"/>
            <a:ext cx="493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008D98"/>
                </a:solidFill>
                <a:latin typeface="Malgun Gothic"/>
                <a:ea typeface="Malgun Gothic"/>
                <a:cs typeface="Malgun Gothic"/>
              </a:defRPr>
            </a:defPPr>
            <a:lvl1pPr>
              <a:defRPr sz="1650" b="1">
                <a:solidFill>
                  <a:srgbClr val="008D98"/>
                </a:solidFill>
                <a:latin typeface="Malgun Gothic"/>
                <a:ea typeface="Malgun Gothic"/>
                <a:cs typeface="Malgun Gothic"/>
              </a:defRPr>
            </a:lvl1pPr>
            <a:lvl2pPr>
              <a:defRPr sz="1650" b="1">
                <a:solidFill>
                  <a:srgbClr val="008D98"/>
                </a:solidFill>
                <a:latin typeface="Malgun Gothic"/>
                <a:ea typeface="Malgun Gothic"/>
                <a:cs typeface="Malgun Gothic"/>
              </a:defRPr>
            </a:lvl2pPr>
            <a:lvl3pPr>
              <a:defRPr sz="1650" b="1">
                <a:solidFill>
                  <a:srgbClr val="008D98"/>
                </a:solidFill>
                <a:latin typeface="Malgun Gothic"/>
                <a:ea typeface="Malgun Gothic"/>
                <a:cs typeface="Malgun Gothic"/>
              </a:defRPr>
            </a:lvl3pPr>
            <a:lvl4pPr>
              <a:defRPr sz="1650" b="1">
                <a:solidFill>
                  <a:srgbClr val="008D98"/>
                </a:solidFill>
                <a:latin typeface="Malgun Gothic"/>
                <a:ea typeface="Malgun Gothic"/>
                <a:cs typeface="Malgun Gothic"/>
              </a:defRPr>
            </a:lvl4pPr>
            <a:lvl5pPr>
              <a:defRPr sz="1650" b="1">
                <a:solidFill>
                  <a:srgbClr val="008D98"/>
                </a:solidFill>
                <a:latin typeface="Malgun Gothic"/>
                <a:ea typeface="Malgun Gothic"/>
                <a:cs typeface="Malgun Gothic"/>
              </a:defRPr>
            </a:lvl5pPr>
            <a:lvl6pPr>
              <a:defRPr sz="1650" b="1">
                <a:solidFill>
                  <a:srgbClr val="008D98"/>
                </a:solidFill>
                <a:latin typeface="Malgun Gothic"/>
                <a:ea typeface="Malgun Gothic"/>
                <a:cs typeface="Malgun Gothic"/>
              </a:defRPr>
            </a:lvl6pPr>
            <a:lvl7pPr>
              <a:defRPr sz="1650" b="1">
                <a:solidFill>
                  <a:srgbClr val="008D98"/>
                </a:solidFill>
                <a:latin typeface="Malgun Gothic"/>
                <a:ea typeface="Malgun Gothic"/>
                <a:cs typeface="Malgun Gothic"/>
              </a:defRPr>
            </a:lvl7pPr>
            <a:lvl8pPr>
              <a:defRPr sz="1650" b="1">
                <a:solidFill>
                  <a:srgbClr val="008D98"/>
                </a:solidFill>
                <a:latin typeface="Malgun Gothic"/>
                <a:ea typeface="Malgun Gothic"/>
                <a:cs typeface="Malgun Gothic"/>
              </a:defRPr>
            </a:lvl8pPr>
            <a:lvl9pPr>
              <a:defRPr sz="1650" b="1">
                <a:solidFill>
                  <a:srgbClr val="008D98"/>
                </a:solidFill>
                <a:latin typeface="Malgun Gothic"/>
                <a:ea typeface="Malgun Gothic"/>
                <a:cs typeface="Malgun Gothic"/>
              </a:defRPr>
            </a:lvl9pPr>
          </a:lstStyle>
          <a:p xmlns:a="http://schemas.openxmlformats.org/drawingml/2006/main">
            <a:pP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공유 | 서로 다른 참조 관계를 모두 표시</a:t>
            </a:r>
          </a:p>
        </p:txBody>
      </p:sp>
      <p:sp>
        <p:nvSpPr>
          <p:cNvPr id="11" name="text-244">
            <a:extLst xmlns:a="http://schemas.openxmlformats.org/drawingml/2006/main">
              <a:ext uri="{FF2B5EF4-FFF2-40B4-BE49-F238E27FC236}">
                <a16:creationId xmlns:a16="http://schemas.microsoft.com/office/drawing/2014/main" id="{2709477B-3E54-4758-BE50-1082A347F5A8}"/>
              </a:ext>
            </a:extLst>
          </p:cNvPr>
          <p:cNvSpPr>
            <a:spLocks xmlns:a="http://schemas.openxmlformats.org/drawingml/2006/main" noGrp="1"/>
          </p:cNvSpPr>
          <p:nvPr/>
        </p:nvSpPr>
        <p:spPr>
          <a:xfrm xmlns:a="http://schemas.openxmlformats.org/drawingml/2006/main">
            <a:off x="609600" y="2952750"/>
            <a:ext cx="493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B와 C가 같은 D를 참조하므로 두 관계를 유지</a:t>
            </a:r>
          </a:p>
        </p:txBody>
      </p:sp>
      <p:sp>
        <p:nvSpPr>
          <p:cNvPr id="12" name="rect-245">
            <a:extLst xmlns:a="http://schemas.openxmlformats.org/drawingml/2006/main">
              <a:ext uri="{FF2B5EF4-FFF2-40B4-BE49-F238E27FC236}">
                <a16:creationId xmlns:a16="http://schemas.microsoft.com/office/drawing/2014/main" id="{B6B32083-AA9E-43E7-BCB9-00B423670A37}"/>
              </a:ext>
            </a:extLst>
          </p:cNvPr>
          <p:cNvSpPr>
            <a:spLocks xmlns:a="http://schemas.openxmlformats.org/drawingml/2006/main" noGrp="1"/>
          </p:cNvSpPr>
          <p:nvPr/>
        </p:nvSpPr>
        <p:spPr>
          <a:xfrm xmlns:a="http://schemas.openxmlformats.org/drawingml/2006/main">
            <a:off x="762000" y="34290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3" name="text-246">
            <a:extLst xmlns:a="http://schemas.openxmlformats.org/drawingml/2006/main">
              <a:ext uri="{FF2B5EF4-FFF2-40B4-BE49-F238E27FC236}">
                <a16:creationId xmlns:a16="http://schemas.microsoft.com/office/drawing/2014/main" id="{BED16C80-D65A-4D31-83F8-7DDCAE63166D}"/>
              </a:ext>
            </a:extLst>
          </p:cNvPr>
          <p:cNvSpPr>
            <a:spLocks xmlns:a="http://schemas.openxmlformats.org/drawingml/2006/main" noGrp="1"/>
          </p:cNvSpPr>
          <p:nvPr/>
        </p:nvSpPr>
        <p:spPr>
          <a:xfrm xmlns:a="http://schemas.openxmlformats.org/drawingml/2006/main">
            <a:off x="762000" y="34290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A</a:t>
            </a:r>
          </a:p>
        </p:txBody>
      </p:sp>
      <p:sp>
        <p:nvSpPr>
          <p:cNvPr id="14" name="rect-247">
            <a:extLst xmlns:a="http://schemas.openxmlformats.org/drawingml/2006/main">
              <a:ext uri="{FF2B5EF4-FFF2-40B4-BE49-F238E27FC236}">
                <a16:creationId xmlns:a16="http://schemas.microsoft.com/office/drawing/2014/main" id="{88546B33-B2A9-4C2A-8F0A-96645F97BF72}"/>
              </a:ext>
            </a:extLst>
          </p:cNvPr>
          <p:cNvSpPr>
            <a:spLocks xmlns:a="http://schemas.openxmlformats.org/drawingml/2006/main" noGrp="1"/>
          </p:cNvSpPr>
          <p:nvPr/>
        </p:nvSpPr>
        <p:spPr>
          <a:xfrm xmlns:a="http://schemas.openxmlformats.org/drawingml/2006/main">
            <a:off x="2476500" y="3238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5" name="text-248">
            <a:extLst xmlns:a="http://schemas.openxmlformats.org/drawingml/2006/main">
              <a:ext uri="{FF2B5EF4-FFF2-40B4-BE49-F238E27FC236}">
                <a16:creationId xmlns:a16="http://schemas.microsoft.com/office/drawing/2014/main" id="{59D2ADB6-D5E3-4FC8-A141-0D6117C82E74}"/>
              </a:ext>
            </a:extLst>
          </p:cNvPr>
          <p:cNvSpPr>
            <a:spLocks xmlns:a="http://schemas.openxmlformats.org/drawingml/2006/main" noGrp="1"/>
          </p:cNvSpPr>
          <p:nvPr/>
        </p:nvSpPr>
        <p:spPr>
          <a:xfrm xmlns:a="http://schemas.openxmlformats.org/drawingml/2006/main">
            <a:off x="2476500" y="3238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B</a:t>
            </a:r>
          </a:p>
        </p:txBody>
      </p:sp>
      <p:sp>
        <p:nvSpPr>
          <p:cNvPr id="16" name="rect-249">
            <a:extLst xmlns:a="http://schemas.openxmlformats.org/drawingml/2006/main">
              <a:ext uri="{FF2B5EF4-FFF2-40B4-BE49-F238E27FC236}">
                <a16:creationId xmlns:a16="http://schemas.microsoft.com/office/drawing/2014/main" id="{59D7AB42-5E8E-4DA7-964C-F1380B957DA4}"/>
              </a:ext>
            </a:extLst>
          </p:cNvPr>
          <p:cNvSpPr>
            <a:spLocks xmlns:a="http://schemas.openxmlformats.org/drawingml/2006/main" noGrp="1"/>
          </p:cNvSpPr>
          <p:nvPr/>
        </p:nvSpPr>
        <p:spPr>
          <a:xfrm xmlns:a="http://schemas.openxmlformats.org/drawingml/2006/main">
            <a:off x="2476500" y="3619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7" name="text-250">
            <a:extLst xmlns:a="http://schemas.openxmlformats.org/drawingml/2006/main">
              <a:ext uri="{FF2B5EF4-FFF2-40B4-BE49-F238E27FC236}">
                <a16:creationId xmlns:a16="http://schemas.microsoft.com/office/drawing/2014/main" id="{21F1BDCB-34ED-4E91-8712-2E505F483291}"/>
              </a:ext>
            </a:extLst>
          </p:cNvPr>
          <p:cNvSpPr>
            <a:spLocks xmlns:a="http://schemas.openxmlformats.org/drawingml/2006/main" noGrp="1"/>
          </p:cNvSpPr>
          <p:nvPr/>
        </p:nvSpPr>
        <p:spPr>
          <a:xfrm xmlns:a="http://schemas.openxmlformats.org/drawingml/2006/main">
            <a:off x="2476500" y="3619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C</a:t>
            </a:r>
          </a:p>
        </p:txBody>
      </p:sp>
      <p:sp>
        <p:nvSpPr>
          <p:cNvPr id="18" name="rect-251">
            <a:extLst xmlns:a="http://schemas.openxmlformats.org/drawingml/2006/main">
              <a:ext uri="{FF2B5EF4-FFF2-40B4-BE49-F238E27FC236}">
                <a16:creationId xmlns:a16="http://schemas.microsoft.com/office/drawing/2014/main" id="{0B2CD469-9121-476F-8B68-01AE5EA19381}"/>
              </a:ext>
            </a:extLst>
          </p:cNvPr>
          <p:cNvSpPr>
            <a:spLocks xmlns:a="http://schemas.openxmlformats.org/drawingml/2006/main" noGrp="1"/>
          </p:cNvSpPr>
          <p:nvPr/>
        </p:nvSpPr>
        <p:spPr>
          <a:xfrm xmlns:a="http://schemas.openxmlformats.org/drawingml/2006/main">
            <a:off x="4762500" y="3238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19" name="text-252">
            <a:extLst xmlns:a="http://schemas.openxmlformats.org/drawingml/2006/main">
              <a:ext uri="{FF2B5EF4-FFF2-40B4-BE49-F238E27FC236}">
                <a16:creationId xmlns:a16="http://schemas.microsoft.com/office/drawing/2014/main" id="{47DFAF02-44F2-412A-9812-D70C897D309B}"/>
              </a:ext>
            </a:extLst>
          </p:cNvPr>
          <p:cNvSpPr>
            <a:spLocks xmlns:a="http://schemas.openxmlformats.org/drawingml/2006/main" noGrp="1"/>
          </p:cNvSpPr>
          <p:nvPr/>
        </p:nvSpPr>
        <p:spPr>
          <a:xfrm xmlns:a="http://schemas.openxmlformats.org/drawingml/2006/main">
            <a:off x="4762500" y="3238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D</a:t>
            </a:r>
          </a:p>
        </p:txBody>
      </p:sp>
      <p:sp>
        <p:nvSpPr>
          <p:cNvPr id="20" name="rect-253">
            <a:extLst xmlns:a="http://schemas.openxmlformats.org/drawingml/2006/main">
              <a:ext uri="{FF2B5EF4-FFF2-40B4-BE49-F238E27FC236}">
                <a16:creationId xmlns:a16="http://schemas.microsoft.com/office/drawing/2014/main" id="{A532EE4E-BE11-45D3-8F49-FB7A233B4617}"/>
              </a:ext>
            </a:extLst>
          </p:cNvPr>
          <p:cNvSpPr>
            <a:spLocks xmlns:a="http://schemas.openxmlformats.org/drawingml/2006/main" noGrp="1"/>
          </p:cNvSpPr>
          <p:nvPr/>
        </p:nvSpPr>
        <p:spPr>
          <a:xfrm xmlns:a="http://schemas.openxmlformats.org/drawingml/2006/main">
            <a:off x="4762500" y="361950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21" name="text-254">
            <a:extLst xmlns:a="http://schemas.openxmlformats.org/drawingml/2006/main">
              <a:ext uri="{FF2B5EF4-FFF2-40B4-BE49-F238E27FC236}">
                <a16:creationId xmlns:a16="http://schemas.microsoft.com/office/drawing/2014/main" id="{3768D78D-20B9-4524-A7AD-2A7E5EADBCD4}"/>
              </a:ext>
            </a:extLst>
          </p:cNvPr>
          <p:cNvSpPr>
            <a:spLocks xmlns:a="http://schemas.openxmlformats.org/drawingml/2006/main" noGrp="1"/>
          </p:cNvSpPr>
          <p:nvPr/>
        </p:nvSpPr>
        <p:spPr>
          <a:xfrm xmlns:a="http://schemas.openxmlformats.org/drawingml/2006/main">
            <a:off x="4762500" y="361950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008D98"/>
                </a:solidFill>
                <a:latin typeface="Malgun Gothic"/>
                <a:ea typeface="Malgun Gothic"/>
                <a:cs typeface="Malgun Gothic"/>
              </a:defRPr>
            </a:defPPr>
            <a:lvl1pPr algn="ctr">
              <a:defRPr sz="1500" b="1">
                <a:solidFill>
                  <a:srgbClr val="008D98"/>
                </a:solidFill>
                <a:latin typeface="Malgun Gothic"/>
                <a:ea typeface="Malgun Gothic"/>
                <a:cs typeface="Malgun Gothic"/>
              </a:defRPr>
            </a:lvl1pPr>
            <a:lvl2pPr algn="ctr">
              <a:defRPr sz="1500" b="1">
                <a:solidFill>
                  <a:srgbClr val="008D98"/>
                </a:solidFill>
                <a:latin typeface="Malgun Gothic"/>
                <a:ea typeface="Malgun Gothic"/>
                <a:cs typeface="Malgun Gothic"/>
              </a:defRPr>
            </a:lvl2pPr>
            <a:lvl3pPr algn="ctr">
              <a:defRPr sz="1500" b="1">
                <a:solidFill>
                  <a:srgbClr val="008D98"/>
                </a:solidFill>
                <a:latin typeface="Malgun Gothic"/>
                <a:ea typeface="Malgun Gothic"/>
                <a:cs typeface="Malgun Gothic"/>
              </a:defRPr>
            </a:lvl3pPr>
            <a:lvl4pPr algn="ctr">
              <a:defRPr sz="1500" b="1">
                <a:solidFill>
                  <a:srgbClr val="008D98"/>
                </a:solidFill>
                <a:latin typeface="Malgun Gothic"/>
                <a:ea typeface="Malgun Gothic"/>
                <a:cs typeface="Malgun Gothic"/>
              </a:defRPr>
            </a:lvl4pPr>
            <a:lvl5pPr algn="ctr">
              <a:defRPr sz="1500" b="1">
                <a:solidFill>
                  <a:srgbClr val="008D98"/>
                </a:solidFill>
                <a:latin typeface="Malgun Gothic"/>
                <a:ea typeface="Malgun Gothic"/>
                <a:cs typeface="Malgun Gothic"/>
              </a:defRPr>
            </a:lvl5pPr>
            <a:lvl6pPr algn="ctr">
              <a:defRPr sz="1500" b="1">
                <a:solidFill>
                  <a:srgbClr val="008D98"/>
                </a:solidFill>
                <a:latin typeface="Malgun Gothic"/>
                <a:ea typeface="Malgun Gothic"/>
                <a:cs typeface="Malgun Gothic"/>
              </a:defRPr>
            </a:lvl6pPr>
            <a:lvl7pPr algn="ctr">
              <a:defRPr sz="1500" b="1">
                <a:solidFill>
                  <a:srgbClr val="008D98"/>
                </a:solidFill>
                <a:latin typeface="Malgun Gothic"/>
                <a:ea typeface="Malgun Gothic"/>
                <a:cs typeface="Malgun Gothic"/>
              </a:defRPr>
            </a:lvl7pPr>
            <a:lvl8pPr algn="ctr">
              <a:defRPr sz="1500" b="1">
                <a:solidFill>
                  <a:srgbClr val="008D98"/>
                </a:solidFill>
                <a:latin typeface="Malgun Gothic"/>
                <a:ea typeface="Malgun Gothic"/>
                <a:cs typeface="Malgun Gothic"/>
              </a:defRPr>
            </a:lvl8pPr>
            <a:lvl9pPr algn="ctr">
              <a:defRPr sz="1500" b="1">
                <a:solidFill>
                  <a:srgbClr val="008D98"/>
                </a:solidFill>
                <a:latin typeface="Malgun Gothic"/>
                <a:ea typeface="Malgun Gothic"/>
                <a:cs typeface="Malgun Gothic"/>
              </a:defRPr>
            </a:lvl9pPr>
          </a:lstStyle>
          <a:p xmlns:a="http://schemas.openxmlformats.org/drawingml/2006/main">
            <a:pPr algn="ct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D</a:t>
            </a:r>
          </a:p>
        </p:txBody>
      </p:sp>
      <p:sp>
        <p:nvSpPr>
          <p:cNvPr id="22" name="rect-255">
            <a:extLst xmlns:a="http://schemas.openxmlformats.org/drawingml/2006/main">
              <a:ext uri="{FF2B5EF4-FFF2-40B4-BE49-F238E27FC236}">
                <a16:creationId xmlns:a16="http://schemas.microsoft.com/office/drawing/2014/main" id="{96EAC698-9B22-4180-B6EB-BF723D7DF8C6}"/>
              </a:ext>
            </a:extLst>
          </p:cNvPr>
          <p:cNvSpPr>
            <a:spLocks xmlns:a="http://schemas.openxmlformats.org/drawingml/2006/main" noGrp="1"/>
          </p:cNvSpPr>
          <p:nvPr/>
        </p:nvSpPr>
        <p:spPr>
          <a:xfrm xmlns:a="http://schemas.openxmlformats.org/drawingml/2006/main">
            <a:off x="1352550" y="3571875"/>
            <a:ext cx="400050"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3" name="rect-256">
            <a:extLst xmlns:a="http://schemas.openxmlformats.org/drawingml/2006/main">
              <a:ext uri="{FF2B5EF4-FFF2-40B4-BE49-F238E27FC236}">
                <a16:creationId xmlns:a16="http://schemas.microsoft.com/office/drawing/2014/main" id="{849D48A9-193C-49E1-B354-FC0424659EDF}"/>
              </a:ext>
            </a:extLst>
          </p:cNvPr>
          <p:cNvSpPr>
            <a:spLocks xmlns:a="http://schemas.openxmlformats.org/drawingml/2006/main" noGrp="1"/>
          </p:cNvSpPr>
          <p:nvPr/>
        </p:nvSpPr>
        <p:spPr>
          <a:xfrm xmlns:a="http://schemas.openxmlformats.org/drawingml/2006/main">
            <a:off x="1733550" y="3381375"/>
            <a:ext cx="19050" cy="400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4" name="rect-257">
            <a:extLst xmlns:a="http://schemas.openxmlformats.org/drawingml/2006/main">
              <a:ext uri="{FF2B5EF4-FFF2-40B4-BE49-F238E27FC236}">
                <a16:creationId xmlns:a16="http://schemas.microsoft.com/office/drawing/2014/main" id="{8F77F027-6DC5-4652-8B05-482EE996835B}"/>
              </a:ext>
            </a:extLst>
          </p:cNvPr>
          <p:cNvSpPr>
            <a:spLocks xmlns:a="http://schemas.openxmlformats.org/drawingml/2006/main" noGrp="1"/>
          </p:cNvSpPr>
          <p:nvPr/>
        </p:nvSpPr>
        <p:spPr>
          <a:xfrm xmlns:a="http://schemas.openxmlformats.org/drawingml/2006/main">
            <a:off x="1733550" y="3381375"/>
            <a:ext cx="466725"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5" name="rect-258">
            <a:extLst xmlns:a="http://schemas.openxmlformats.org/drawingml/2006/main">
              <a:ext uri="{FF2B5EF4-FFF2-40B4-BE49-F238E27FC236}">
                <a16:creationId xmlns:a16="http://schemas.microsoft.com/office/drawing/2014/main" id="{999FE6F4-7C60-45B3-98D5-11EAD6FD517F}"/>
              </a:ext>
            </a:extLst>
          </p:cNvPr>
          <p:cNvSpPr>
            <a:spLocks xmlns:a="http://schemas.openxmlformats.org/drawingml/2006/main" noGrp="1"/>
          </p:cNvSpPr>
          <p:nvPr/>
        </p:nvSpPr>
        <p:spPr>
          <a:xfrm xmlns:a="http://schemas.openxmlformats.org/drawingml/2006/main">
            <a:off x="1733550" y="3762375"/>
            <a:ext cx="466725"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6" name="arrow-259">
            <a:extLst xmlns:a="http://schemas.openxmlformats.org/drawingml/2006/main">
              <a:ext uri="{FF2B5EF4-FFF2-40B4-BE49-F238E27FC236}">
                <a16:creationId xmlns:a16="http://schemas.microsoft.com/office/drawing/2014/main" id="{8C69A50C-B2B0-43CD-91D8-A56DF5BB3D81}"/>
              </a:ext>
            </a:extLst>
          </p:cNvPr>
          <p:cNvSpPr>
            <a:spLocks xmlns:a="http://schemas.openxmlformats.org/drawingml/2006/main" noGrp="1"/>
          </p:cNvSpPr>
          <p:nvPr/>
        </p:nvSpPr>
        <p:spPr>
          <a:xfrm xmlns:a="http://schemas.openxmlformats.org/drawingml/2006/main">
            <a:off x="2200275" y="3314700"/>
            <a:ext cx="2286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7" name="arrow-260">
            <a:extLst xmlns:a="http://schemas.openxmlformats.org/drawingml/2006/main">
              <a:ext uri="{FF2B5EF4-FFF2-40B4-BE49-F238E27FC236}">
                <a16:creationId xmlns:a16="http://schemas.microsoft.com/office/drawing/2014/main" id="{D06D27F4-5635-47F7-B876-6E4E47E9B2E1}"/>
              </a:ext>
            </a:extLst>
          </p:cNvPr>
          <p:cNvSpPr>
            <a:spLocks xmlns:a="http://schemas.openxmlformats.org/drawingml/2006/main" noGrp="1"/>
          </p:cNvSpPr>
          <p:nvPr/>
        </p:nvSpPr>
        <p:spPr>
          <a:xfrm xmlns:a="http://schemas.openxmlformats.org/drawingml/2006/main">
            <a:off x="2200275" y="3695700"/>
            <a:ext cx="228600"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8" name="rect-261">
            <a:extLst xmlns:a="http://schemas.openxmlformats.org/drawingml/2006/main">
              <a:ext uri="{FF2B5EF4-FFF2-40B4-BE49-F238E27FC236}">
                <a16:creationId xmlns:a16="http://schemas.microsoft.com/office/drawing/2014/main" id="{E24C94E0-73C8-492D-AA31-7904889E25C9}"/>
              </a:ext>
            </a:extLst>
          </p:cNvPr>
          <p:cNvSpPr>
            <a:spLocks xmlns:a="http://schemas.openxmlformats.org/drawingml/2006/main" noGrp="1"/>
          </p:cNvSpPr>
          <p:nvPr/>
        </p:nvSpPr>
        <p:spPr>
          <a:xfrm xmlns:a="http://schemas.openxmlformats.org/drawingml/2006/main">
            <a:off x="3067050" y="3381375"/>
            <a:ext cx="1390650"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29" name="rect-262">
            <a:extLst xmlns:a="http://schemas.openxmlformats.org/drawingml/2006/main">
              <a:ext uri="{FF2B5EF4-FFF2-40B4-BE49-F238E27FC236}">
                <a16:creationId xmlns:a16="http://schemas.microsoft.com/office/drawing/2014/main" id="{05FB4713-3E7C-45A2-9B6E-2F376FC8234D}"/>
              </a:ext>
            </a:extLst>
          </p:cNvPr>
          <p:cNvSpPr>
            <a:spLocks xmlns:a="http://schemas.openxmlformats.org/drawingml/2006/main" noGrp="1"/>
          </p:cNvSpPr>
          <p:nvPr/>
        </p:nvSpPr>
        <p:spPr>
          <a:xfrm xmlns:a="http://schemas.openxmlformats.org/drawingml/2006/main">
            <a:off x="3067050" y="3762375"/>
            <a:ext cx="1390650" cy="1905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0" name="arrow-263">
            <a:extLst xmlns:a="http://schemas.openxmlformats.org/drawingml/2006/main">
              <a:ext uri="{FF2B5EF4-FFF2-40B4-BE49-F238E27FC236}">
                <a16:creationId xmlns:a16="http://schemas.microsoft.com/office/drawing/2014/main" id="{4A69A14E-7867-485B-961B-D0336DEEE3BF}"/>
              </a:ext>
            </a:extLst>
          </p:cNvPr>
          <p:cNvSpPr>
            <a:spLocks xmlns:a="http://schemas.openxmlformats.org/drawingml/2006/main" noGrp="1"/>
          </p:cNvSpPr>
          <p:nvPr/>
        </p:nvSpPr>
        <p:spPr>
          <a:xfrm xmlns:a="http://schemas.openxmlformats.org/drawingml/2006/main">
            <a:off x="4457700" y="3314700"/>
            <a:ext cx="238125"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31" name="arrow-264">
            <a:extLst xmlns:a="http://schemas.openxmlformats.org/drawingml/2006/main">
              <a:ext uri="{FF2B5EF4-FFF2-40B4-BE49-F238E27FC236}">
                <a16:creationId xmlns:a16="http://schemas.microsoft.com/office/drawing/2014/main" id="{C23FE380-D931-496D-909B-3AB79F0E12EB}"/>
              </a:ext>
            </a:extLst>
          </p:cNvPr>
          <p:cNvSpPr>
            <a:spLocks xmlns:a="http://schemas.openxmlformats.org/drawingml/2006/main" noGrp="1"/>
          </p:cNvSpPr>
          <p:nvPr/>
        </p:nvSpPr>
        <p:spPr>
          <a:xfrm xmlns:a="http://schemas.openxmlformats.org/drawingml/2006/main">
            <a:off x="4457700" y="3695700"/>
            <a:ext cx="238125" cy="152400"/>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32" name="rect-265">
            <a:extLst xmlns:a="http://schemas.openxmlformats.org/drawingml/2006/main">
              <a:ext uri="{FF2B5EF4-FFF2-40B4-BE49-F238E27FC236}">
                <a16:creationId xmlns:a16="http://schemas.microsoft.com/office/drawing/2014/main" id="{5DD6F73C-7B80-4D1B-B0C0-34AAB4FB33C2}"/>
              </a:ext>
            </a:extLst>
          </p:cNvPr>
          <p:cNvSpPr>
            <a:spLocks xmlns:a="http://schemas.openxmlformats.org/drawingml/2006/main" noGrp="1"/>
          </p:cNvSpPr>
          <p:nvPr/>
        </p:nvSpPr>
        <p:spPr>
          <a:xfrm xmlns:a="http://schemas.openxmlformats.org/drawingml/2006/main">
            <a:off x="457200" y="4114800"/>
            <a:ext cx="5238750" cy="10096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33" name="text-266">
            <a:extLst xmlns:a="http://schemas.openxmlformats.org/drawingml/2006/main">
              <a:ext uri="{FF2B5EF4-FFF2-40B4-BE49-F238E27FC236}">
                <a16:creationId xmlns:a16="http://schemas.microsoft.com/office/drawing/2014/main" id="{27B3EE2C-5774-4CA6-87B7-2E1EC5449824}"/>
              </a:ext>
            </a:extLst>
          </p:cNvPr>
          <p:cNvSpPr>
            <a:spLocks xmlns:a="http://schemas.openxmlformats.org/drawingml/2006/main" noGrp="1"/>
          </p:cNvSpPr>
          <p:nvPr/>
        </p:nvSpPr>
        <p:spPr>
          <a:xfrm xmlns:a="http://schemas.openxmlformats.org/drawingml/2006/main">
            <a:off x="609600" y="4171950"/>
            <a:ext cx="493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75" b="1">
                <a:solidFill>
                  <a:srgbClr val="B45F20"/>
                </a:solidFill>
                <a:latin typeface="Malgun Gothic"/>
                <a:ea typeface="Malgun Gothic"/>
                <a:cs typeface="Malgun Gothic"/>
              </a:defRPr>
            </a:defPPr>
            <a:lvl1pPr>
              <a:defRPr sz="1575" b="1">
                <a:solidFill>
                  <a:srgbClr val="B45F20"/>
                </a:solidFill>
                <a:latin typeface="Malgun Gothic"/>
                <a:ea typeface="Malgun Gothic"/>
                <a:cs typeface="Malgun Gothic"/>
              </a:defRPr>
            </a:lvl1pPr>
            <a:lvl2pPr>
              <a:defRPr sz="1575" b="1">
                <a:solidFill>
                  <a:srgbClr val="B45F20"/>
                </a:solidFill>
                <a:latin typeface="Malgun Gothic"/>
                <a:ea typeface="Malgun Gothic"/>
                <a:cs typeface="Malgun Gothic"/>
              </a:defRPr>
            </a:lvl2pPr>
            <a:lvl3pPr>
              <a:defRPr sz="1575" b="1">
                <a:solidFill>
                  <a:srgbClr val="B45F20"/>
                </a:solidFill>
                <a:latin typeface="Malgun Gothic"/>
                <a:ea typeface="Malgun Gothic"/>
                <a:cs typeface="Malgun Gothic"/>
              </a:defRPr>
            </a:lvl3pPr>
            <a:lvl4pPr>
              <a:defRPr sz="1575" b="1">
                <a:solidFill>
                  <a:srgbClr val="B45F20"/>
                </a:solidFill>
                <a:latin typeface="Malgun Gothic"/>
                <a:ea typeface="Malgun Gothic"/>
                <a:cs typeface="Malgun Gothic"/>
              </a:defRPr>
            </a:lvl4pPr>
            <a:lvl5pPr>
              <a:defRPr sz="1575" b="1">
                <a:solidFill>
                  <a:srgbClr val="B45F20"/>
                </a:solidFill>
                <a:latin typeface="Malgun Gothic"/>
                <a:ea typeface="Malgun Gothic"/>
                <a:cs typeface="Malgun Gothic"/>
              </a:defRPr>
            </a:lvl5pPr>
            <a:lvl6pPr>
              <a:defRPr sz="1575" b="1">
                <a:solidFill>
                  <a:srgbClr val="B45F20"/>
                </a:solidFill>
                <a:latin typeface="Malgun Gothic"/>
                <a:ea typeface="Malgun Gothic"/>
                <a:cs typeface="Malgun Gothic"/>
              </a:defRPr>
            </a:lvl6pPr>
            <a:lvl7pPr>
              <a:defRPr sz="1575" b="1">
                <a:solidFill>
                  <a:srgbClr val="B45F20"/>
                </a:solidFill>
                <a:latin typeface="Malgun Gothic"/>
                <a:ea typeface="Malgun Gothic"/>
                <a:cs typeface="Malgun Gothic"/>
              </a:defRPr>
            </a:lvl7pPr>
            <a:lvl8pPr>
              <a:defRPr sz="1575" b="1">
                <a:solidFill>
                  <a:srgbClr val="B45F20"/>
                </a:solidFill>
                <a:latin typeface="Malgun Gothic"/>
                <a:ea typeface="Malgun Gothic"/>
                <a:cs typeface="Malgun Gothic"/>
              </a:defRPr>
            </a:lvl8pPr>
            <a:lvl9pPr>
              <a:defRPr sz="1575" b="1">
                <a:solidFill>
                  <a:srgbClr val="B45F20"/>
                </a:solidFill>
                <a:latin typeface="Malgun Gothic"/>
                <a:ea typeface="Malgun Gothic"/>
                <a:cs typeface="Malgun Gothic"/>
              </a:defRPr>
            </a:lvl9pPr>
          </a:lstStyle>
          <a:p xmlns:a="http://schemas.openxmlformats.org/drawingml/2006/main">
            <a:pPr>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순환 | 같은 경로에서 지난 에셋을 다시 만남</a:t>
            </a:r>
          </a:p>
        </p:txBody>
      </p:sp>
      <p:sp>
        <p:nvSpPr>
          <p:cNvPr id="34" name="rect-267">
            <a:extLst xmlns:a="http://schemas.openxmlformats.org/drawingml/2006/main">
              <a:ext uri="{FF2B5EF4-FFF2-40B4-BE49-F238E27FC236}">
                <a16:creationId xmlns:a16="http://schemas.microsoft.com/office/drawing/2014/main" id="{351FA673-DBD3-4784-AAD5-6F6243D013AF}"/>
              </a:ext>
            </a:extLst>
          </p:cNvPr>
          <p:cNvSpPr>
            <a:spLocks xmlns:a="http://schemas.openxmlformats.org/drawingml/2006/main" noGrp="1"/>
          </p:cNvSpPr>
          <p:nvPr/>
        </p:nvSpPr>
        <p:spPr>
          <a:xfrm xmlns:a="http://schemas.openxmlformats.org/drawingml/2006/main">
            <a:off x="762000" y="462915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5" name="text-268">
            <a:extLst xmlns:a="http://schemas.openxmlformats.org/drawingml/2006/main">
              <a:ext uri="{FF2B5EF4-FFF2-40B4-BE49-F238E27FC236}">
                <a16:creationId xmlns:a16="http://schemas.microsoft.com/office/drawing/2014/main" id="{6E735FD7-2F2A-45C8-B56B-41DE024C88B7}"/>
              </a:ext>
            </a:extLst>
          </p:cNvPr>
          <p:cNvSpPr>
            <a:spLocks xmlns:a="http://schemas.openxmlformats.org/drawingml/2006/main" noGrp="1"/>
          </p:cNvSpPr>
          <p:nvPr/>
        </p:nvSpPr>
        <p:spPr>
          <a:xfrm xmlns:a="http://schemas.openxmlformats.org/drawingml/2006/main">
            <a:off x="762000" y="46291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B45F20"/>
                </a:solidFill>
                <a:latin typeface="Malgun Gothic"/>
                <a:ea typeface="Malgun Gothic"/>
                <a:cs typeface="Malgun Gothic"/>
              </a:defRPr>
            </a:defPPr>
            <a:lvl1pPr algn="ctr">
              <a:defRPr sz="1500" b="1">
                <a:solidFill>
                  <a:srgbClr val="B45F20"/>
                </a:solidFill>
                <a:latin typeface="Malgun Gothic"/>
                <a:ea typeface="Malgun Gothic"/>
                <a:cs typeface="Malgun Gothic"/>
              </a:defRPr>
            </a:lvl1pPr>
            <a:lvl2pPr algn="ctr">
              <a:defRPr sz="1500" b="1">
                <a:solidFill>
                  <a:srgbClr val="B45F20"/>
                </a:solidFill>
                <a:latin typeface="Malgun Gothic"/>
                <a:ea typeface="Malgun Gothic"/>
                <a:cs typeface="Malgun Gothic"/>
              </a:defRPr>
            </a:lvl2pPr>
            <a:lvl3pPr algn="ctr">
              <a:defRPr sz="1500" b="1">
                <a:solidFill>
                  <a:srgbClr val="B45F20"/>
                </a:solidFill>
                <a:latin typeface="Malgun Gothic"/>
                <a:ea typeface="Malgun Gothic"/>
                <a:cs typeface="Malgun Gothic"/>
              </a:defRPr>
            </a:lvl3pPr>
            <a:lvl4pPr algn="ctr">
              <a:defRPr sz="1500" b="1">
                <a:solidFill>
                  <a:srgbClr val="B45F20"/>
                </a:solidFill>
                <a:latin typeface="Malgun Gothic"/>
                <a:ea typeface="Malgun Gothic"/>
                <a:cs typeface="Malgun Gothic"/>
              </a:defRPr>
            </a:lvl4pPr>
            <a:lvl5pPr algn="ctr">
              <a:defRPr sz="1500" b="1">
                <a:solidFill>
                  <a:srgbClr val="B45F20"/>
                </a:solidFill>
                <a:latin typeface="Malgun Gothic"/>
                <a:ea typeface="Malgun Gothic"/>
                <a:cs typeface="Malgun Gothic"/>
              </a:defRPr>
            </a:lvl5pPr>
            <a:lvl6pPr algn="ctr">
              <a:defRPr sz="1500" b="1">
                <a:solidFill>
                  <a:srgbClr val="B45F20"/>
                </a:solidFill>
                <a:latin typeface="Malgun Gothic"/>
                <a:ea typeface="Malgun Gothic"/>
                <a:cs typeface="Malgun Gothic"/>
              </a:defRPr>
            </a:lvl6pPr>
            <a:lvl7pPr algn="ctr">
              <a:defRPr sz="1500" b="1">
                <a:solidFill>
                  <a:srgbClr val="B45F20"/>
                </a:solidFill>
                <a:latin typeface="Malgun Gothic"/>
                <a:ea typeface="Malgun Gothic"/>
                <a:cs typeface="Malgun Gothic"/>
              </a:defRPr>
            </a:lvl7pPr>
            <a:lvl8pPr algn="ctr">
              <a:defRPr sz="1500" b="1">
                <a:solidFill>
                  <a:srgbClr val="B45F20"/>
                </a:solidFill>
                <a:latin typeface="Malgun Gothic"/>
                <a:ea typeface="Malgun Gothic"/>
                <a:cs typeface="Malgun Gothic"/>
              </a:defRPr>
            </a:lvl8pPr>
            <a:lvl9pPr algn="ctr">
              <a:defRPr sz="1500" b="1">
                <a:solidFill>
                  <a:srgbClr val="B45F20"/>
                </a:solidFill>
                <a:latin typeface="Malgun Gothic"/>
                <a:ea typeface="Malgun Gothic"/>
                <a:cs typeface="Malgun Gothic"/>
              </a:defRPr>
            </a:lvl9pPr>
          </a:lstStyle>
          <a:p xmlns:a="http://schemas.openxmlformats.org/drawingml/2006/main">
            <a:pPr algn="ct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E</a:t>
            </a:r>
          </a:p>
        </p:txBody>
      </p:sp>
      <p:sp>
        <p:nvSpPr>
          <p:cNvPr id="36" name="rect-269">
            <a:extLst xmlns:a="http://schemas.openxmlformats.org/drawingml/2006/main">
              <a:ext uri="{FF2B5EF4-FFF2-40B4-BE49-F238E27FC236}">
                <a16:creationId xmlns:a16="http://schemas.microsoft.com/office/drawing/2014/main" id="{CB69ABF4-63AE-404B-8C95-1805C49CAD3E}"/>
              </a:ext>
            </a:extLst>
          </p:cNvPr>
          <p:cNvSpPr>
            <a:spLocks xmlns:a="http://schemas.openxmlformats.org/drawingml/2006/main" noGrp="1"/>
          </p:cNvSpPr>
          <p:nvPr/>
        </p:nvSpPr>
        <p:spPr>
          <a:xfrm xmlns:a="http://schemas.openxmlformats.org/drawingml/2006/main">
            <a:off x="2247900" y="462915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7" name="text-270">
            <a:extLst xmlns:a="http://schemas.openxmlformats.org/drawingml/2006/main">
              <a:ext uri="{FF2B5EF4-FFF2-40B4-BE49-F238E27FC236}">
                <a16:creationId xmlns:a16="http://schemas.microsoft.com/office/drawing/2014/main" id="{ADEACB0F-BA66-4708-99E8-3EBFF0F994F8}"/>
              </a:ext>
            </a:extLst>
          </p:cNvPr>
          <p:cNvSpPr>
            <a:spLocks xmlns:a="http://schemas.openxmlformats.org/drawingml/2006/main" noGrp="1"/>
          </p:cNvSpPr>
          <p:nvPr/>
        </p:nvSpPr>
        <p:spPr>
          <a:xfrm xmlns:a="http://schemas.openxmlformats.org/drawingml/2006/main">
            <a:off x="2247900" y="46291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B45F20"/>
                </a:solidFill>
                <a:latin typeface="Malgun Gothic"/>
                <a:ea typeface="Malgun Gothic"/>
                <a:cs typeface="Malgun Gothic"/>
              </a:defRPr>
            </a:defPPr>
            <a:lvl1pPr algn="ctr">
              <a:defRPr sz="1500" b="1">
                <a:solidFill>
                  <a:srgbClr val="B45F20"/>
                </a:solidFill>
                <a:latin typeface="Malgun Gothic"/>
                <a:ea typeface="Malgun Gothic"/>
                <a:cs typeface="Malgun Gothic"/>
              </a:defRPr>
            </a:lvl1pPr>
            <a:lvl2pPr algn="ctr">
              <a:defRPr sz="1500" b="1">
                <a:solidFill>
                  <a:srgbClr val="B45F20"/>
                </a:solidFill>
                <a:latin typeface="Malgun Gothic"/>
                <a:ea typeface="Malgun Gothic"/>
                <a:cs typeface="Malgun Gothic"/>
              </a:defRPr>
            </a:lvl2pPr>
            <a:lvl3pPr algn="ctr">
              <a:defRPr sz="1500" b="1">
                <a:solidFill>
                  <a:srgbClr val="B45F20"/>
                </a:solidFill>
                <a:latin typeface="Malgun Gothic"/>
                <a:ea typeface="Malgun Gothic"/>
                <a:cs typeface="Malgun Gothic"/>
              </a:defRPr>
            </a:lvl3pPr>
            <a:lvl4pPr algn="ctr">
              <a:defRPr sz="1500" b="1">
                <a:solidFill>
                  <a:srgbClr val="B45F20"/>
                </a:solidFill>
                <a:latin typeface="Malgun Gothic"/>
                <a:ea typeface="Malgun Gothic"/>
                <a:cs typeface="Malgun Gothic"/>
              </a:defRPr>
            </a:lvl4pPr>
            <a:lvl5pPr algn="ctr">
              <a:defRPr sz="1500" b="1">
                <a:solidFill>
                  <a:srgbClr val="B45F20"/>
                </a:solidFill>
                <a:latin typeface="Malgun Gothic"/>
                <a:ea typeface="Malgun Gothic"/>
                <a:cs typeface="Malgun Gothic"/>
              </a:defRPr>
            </a:lvl5pPr>
            <a:lvl6pPr algn="ctr">
              <a:defRPr sz="1500" b="1">
                <a:solidFill>
                  <a:srgbClr val="B45F20"/>
                </a:solidFill>
                <a:latin typeface="Malgun Gothic"/>
                <a:ea typeface="Malgun Gothic"/>
                <a:cs typeface="Malgun Gothic"/>
              </a:defRPr>
            </a:lvl6pPr>
            <a:lvl7pPr algn="ctr">
              <a:defRPr sz="1500" b="1">
                <a:solidFill>
                  <a:srgbClr val="B45F20"/>
                </a:solidFill>
                <a:latin typeface="Malgun Gothic"/>
                <a:ea typeface="Malgun Gothic"/>
                <a:cs typeface="Malgun Gothic"/>
              </a:defRPr>
            </a:lvl7pPr>
            <a:lvl8pPr algn="ctr">
              <a:defRPr sz="1500" b="1">
                <a:solidFill>
                  <a:srgbClr val="B45F20"/>
                </a:solidFill>
                <a:latin typeface="Malgun Gothic"/>
                <a:ea typeface="Malgun Gothic"/>
                <a:cs typeface="Malgun Gothic"/>
              </a:defRPr>
            </a:lvl8pPr>
            <a:lvl9pPr algn="ctr">
              <a:defRPr sz="1500" b="1">
                <a:solidFill>
                  <a:srgbClr val="B45F20"/>
                </a:solidFill>
                <a:latin typeface="Malgun Gothic"/>
                <a:ea typeface="Malgun Gothic"/>
                <a:cs typeface="Malgun Gothic"/>
              </a:defRPr>
            </a:lvl9pPr>
          </a:lstStyle>
          <a:p xmlns:a="http://schemas.openxmlformats.org/drawingml/2006/main">
            <a:pPr algn="ct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F</a:t>
            </a:r>
          </a:p>
        </p:txBody>
      </p:sp>
      <p:sp>
        <p:nvSpPr>
          <p:cNvPr id="38" name="rect-271">
            <a:extLst xmlns:a="http://schemas.openxmlformats.org/drawingml/2006/main">
              <a:ext uri="{FF2B5EF4-FFF2-40B4-BE49-F238E27FC236}">
                <a16:creationId xmlns:a16="http://schemas.microsoft.com/office/drawing/2014/main" id="{6C9C708E-9480-4C1A-8183-351824D4C53B}"/>
              </a:ext>
            </a:extLst>
          </p:cNvPr>
          <p:cNvSpPr>
            <a:spLocks xmlns:a="http://schemas.openxmlformats.org/drawingml/2006/main" noGrp="1"/>
          </p:cNvSpPr>
          <p:nvPr/>
        </p:nvSpPr>
        <p:spPr>
          <a:xfrm xmlns:a="http://schemas.openxmlformats.org/drawingml/2006/main">
            <a:off x="3886200" y="4629150"/>
            <a:ext cx="590550" cy="304800"/>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9" name="text-272">
            <a:extLst xmlns:a="http://schemas.openxmlformats.org/drawingml/2006/main">
              <a:ext uri="{FF2B5EF4-FFF2-40B4-BE49-F238E27FC236}">
                <a16:creationId xmlns:a16="http://schemas.microsoft.com/office/drawing/2014/main" id="{9E3AFD86-E3D1-4A08-9523-1A007E813FC1}"/>
              </a:ext>
            </a:extLst>
          </p:cNvPr>
          <p:cNvSpPr>
            <a:spLocks xmlns:a="http://schemas.openxmlformats.org/drawingml/2006/main" noGrp="1"/>
          </p:cNvSpPr>
          <p:nvPr/>
        </p:nvSpPr>
        <p:spPr>
          <a:xfrm xmlns:a="http://schemas.openxmlformats.org/drawingml/2006/main">
            <a:off x="3886200" y="4629150"/>
            <a:ext cx="590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B45F20"/>
                </a:solidFill>
                <a:latin typeface="Malgun Gothic"/>
                <a:ea typeface="Malgun Gothic"/>
                <a:cs typeface="Malgun Gothic"/>
              </a:defRPr>
            </a:defPPr>
            <a:lvl1pPr algn="ctr">
              <a:defRPr sz="1500" b="1">
                <a:solidFill>
                  <a:srgbClr val="B45F20"/>
                </a:solidFill>
                <a:latin typeface="Malgun Gothic"/>
                <a:ea typeface="Malgun Gothic"/>
                <a:cs typeface="Malgun Gothic"/>
              </a:defRPr>
            </a:lvl1pPr>
            <a:lvl2pPr algn="ctr">
              <a:defRPr sz="1500" b="1">
                <a:solidFill>
                  <a:srgbClr val="B45F20"/>
                </a:solidFill>
                <a:latin typeface="Malgun Gothic"/>
                <a:ea typeface="Malgun Gothic"/>
                <a:cs typeface="Malgun Gothic"/>
              </a:defRPr>
            </a:lvl2pPr>
            <a:lvl3pPr algn="ctr">
              <a:defRPr sz="1500" b="1">
                <a:solidFill>
                  <a:srgbClr val="B45F20"/>
                </a:solidFill>
                <a:latin typeface="Malgun Gothic"/>
                <a:ea typeface="Malgun Gothic"/>
                <a:cs typeface="Malgun Gothic"/>
              </a:defRPr>
            </a:lvl3pPr>
            <a:lvl4pPr algn="ctr">
              <a:defRPr sz="1500" b="1">
                <a:solidFill>
                  <a:srgbClr val="B45F20"/>
                </a:solidFill>
                <a:latin typeface="Malgun Gothic"/>
                <a:ea typeface="Malgun Gothic"/>
                <a:cs typeface="Malgun Gothic"/>
              </a:defRPr>
            </a:lvl4pPr>
            <a:lvl5pPr algn="ctr">
              <a:defRPr sz="1500" b="1">
                <a:solidFill>
                  <a:srgbClr val="B45F20"/>
                </a:solidFill>
                <a:latin typeface="Malgun Gothic"/>
                <a:ea typeface="Malgun Gothic"/>
                <a:cs typeface="Malgun Gothic"/>
              </a:defRPr>
            </a:lvl5pPr>
            <a:lvl6pPr algn="ctr">
              <a:defRPr sz="1500" b="1">
                <a:solidFill>
                  <a:srgbClr val="B45F20"/>
                </a:solidFill>
                <a:latin typeface="Malgun Gothic"/>
                <a:ea typeface="Malgun Gothic"/>
                <a:cs typeface="Malgun Gothic"/>
              </a:defRPr>
            </a:lvl6pPr>
            <a:lvl7pPr algn="ctr">
              <a:defRPr sz="1500" b="1">
                <a:solidFill>
                  <a:srgbClr val="B45F20"/>
                </a:solidFill>
                <a:latin typeface="Malgun Gothic"/>
                <a:ea typeface="Malgun Gothic"/>
                <a:cs typeface="Malgun Gothic"/>
              </a:defRPr>
            </a:lvl7pPr>
            <a:lvl8pPr algn="ctr">
              <a:defRPr sz="1500" b="1">
                <a:solidFill>
                  <a:srgbClr val="B45F20"/>
                </a:solidFill>
                <a:latin typeface="Malgun Gothic"/>
                <a:ea typeface="Malgun Gothic"/>
                <a:cs typeface="Malgun Gothic"/>
              </a:defRPr>
            </a:lvl8pPr>
            <a:lvl9pPr algn="ctr">
              <a:defRPr sz="1500" b="1">
                <a:solidFill>
                  <a:srgbClr val="B45F20"/>
                </a:solidFill>
                <a:latin typeface="Malgun Gothic"/>
                <a:ea typeface="Malgun Gothic"/>
                <a:cs typeface="Malgun Gothic"/>
              </a:defRPr>
            </a:lvl9pPr>
          </a:lstStyle>
          <a:p xmlns:a="http://schemas.openxmlformats.org/drawingml/2006/main">
            <a:pPr algn="ct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E</a:t>
            </a:r>
          </a:p>
        </p:txBody>
      </p:sp>
      <p:sp>
        <p:nvSpPr>
          <p:cNvPr id="40" name="arrow-273">
            <a:extLst xmlns:a="http://schemas.openxmlformats.org/drawingml/2006/main">
              <a:ext uri="{FF2B5EF4-FFF2-40B4-BE49-F238E27FC236}">
                <a16:creationId xmlns:a16="http://schemas.microsoft.com/office/drawing/2014/main" id="{8FD085B0-143B-438F-A0FA-3CB2464FCA13}"/>
              </a:ext>
            </a:extLst>
          </p:cNvPr>
          <p:cNvSpPr>
            <a:spLocks xmlns:a="http://schemas.openxmlformats.org/drawingml/2006/main" noGrp="1"/>
          </p:cNvSpPr>
          <p:nvPr/>
        </p:nvSpPr>
        <p:spPr>
          <a:xfrm xmlns:a="http://schemas.openxmlformats.org/drawingml/2006/main">
            <a:off x="1733550" y="4705350"/>
            <a:ext cx="266700" cy="152400"/>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41" name="arrow-274">
            <a:extLst xmlns:a="http://schemas.openxmlformats.org/drawingml/2006/main">
              <a:ext uri="{FF2B5EF4-FFF2-40B4-BE49-F238E27FC236}">
                <a16:creationId xmlns:a16="http://schemas.microsoft.com/office/drawing/2014/main" id="{80AD2AA6-0736-4A07-8D29-62DBEBAB387D}"/>
              </a:ext>
            </a:extLst>
          </p:cNvPr>
          <p:cNvSpPr>
            <a:spLocks xmlns:a="http://schemas.openxmlformats.org/drawingml/2006/main" noGrp="1"/>
          </p:cNvSpPr>
          <p:nvPr/>
        </p:nvSpPr>
        <p:spPr>
          <a:xfrm xmlns:a="http://schemas.openxmlformats.org/drawingml/2006/main">
            <a:off x="3295650" y="4705350"/>
            <a:ext cx="266700" cy="152400"/>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42" name="text-275">
            <a:extLst xmlns:a="http://schemas.openxmlformats.org/drawingml/2006/main">
              <a:ext uri="{FF2B5EF4-FFF2-40B4-BE49-F238E27FC236}">
                <a16:creationId xmlns:a16="http://schemas.microsoft.com/office/drawing/2014/main" id="{FFA99498-34B5-4693-85A7-B86114011A96}"/>
              </a:ext>
            </a:extLst>
          </p:cNvPr>
          <p:cNvSpPr>
            <a:spLocks xmlns:a="http://schemas.openxmlformats.org/drawingml/2006/main" noGrp="1"/>
          </p:cNvSpPr>
          <p:nvPr/>
        </p:nvSpPr>
        <p:spPr>
          <a:xfrm xmlns:a="http://schemas.openxmlformats.org/drawingml/2006/main">
            <a:off x="4629150" y="4533900"/>
            <a:ext cx="95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B45F20"/>
                </a:solidFill>
                <a:latin typeface="Malgun Gothic"/>
                <a:ea typeface="Malgun Gothic"/>
                <a:cs typeface="Malgun Gothic"/>
              </a:defRPr>
            </a:defPPr>
            <a:lvl1pPr>
              <a:defRPr sz="1350" b="1">
                <a:solidFill>
                  <a:srgbClr val="B45F20"/>
                </a:solidFill>
                <a:latin typeface="Malgun Gothic"/>
                <a:ea typeface="Malgun Gothic"/>
                <a:cs typeface="Malgun Gothic"/>
              </a:defRPr>
            </a:lvl1pPr>
            <a:lvl2pPr>
              <a:defRPr sz="1350" b="1">
                <a:solidFill>
                  <a:srgbClr val="B45F20"/>
                </a:solidFill>
                <a:latin typeface="Malgun Gothic"/>
                <a:ea typeface="Malgun Gothic"/>
                <a:cs typeface="Malgun Gothic"/>
              </a:defRPr>
            </a:lvl2pPr>
            <a:lvl3pPr>
              <a:defRPr sz="1350" b="1">
                <a:solidFill>
                  <a:srgbClr val="B45F20"/>
                </a:solidFill>
                <a:latin typeface="Malgun Gothic"/>
                <a:ea typeface="Malgun Gothic"/>
                <a:cs typeface="Malgun Gothic"/>
              </a:defRPr>
            </a:lvl3pPr>
            <a:lvl4pPr>
              <a:defRPr sz="1350" b="1">
                <a:solidFill>
                  <a:srgbClr val="B45F20"/>
                </a:solidFill>
                <a:latin typeface="Malgun Gothic"/>
                <a:ea typeface="Malgun Gothic"/>
                <a:cs typeface="Malgun Gothic"/>
              </a:defRPr>
            </a:lvl4pPr>
            <a:lvl5pPr>
              <a:defRPr sz="1350" b="1">
                <a:solidFill>
                  <a:srgbClr val="B45F20"/>
                </a:solidFill>
                <a:latin typeface="Malgun Gothic"/>
                <a:ea typeface="Malgun Gothic"/>
                <a:cs typeface="Malgun Gothic"/>
              </a:defRPr>
            </a:lvl5pPr>
            <a:lvl6pPr>
              <a:defRPr sz="1350" b="1">
                <a:solidFill>
                  <a:srgbClr val="B45F20"/>
                </a:solidFill>
                <a:latin typeface="Malgun Gothic"/>
                <a:ea typeface="Malgun Gothic"/>
                <a:cs typeface="Malgun Gothic"/>
              </a:defRPr>
            </a:lvl6pPr>
            <a:lvl7pPr>
              <a:defRPr sz="1350" b="1">
                <a:solidFill>
                  <a:srgbClr val="B45F20"/>
                </a:solidFill>
                <a:latin typeface="Malgun Gothic"/>
                <a:ea typeface="Malgun Gothic"/>
                <a:cs typeface="Malgun Gothic"/>
              </a:defRPr>
            </a:lvl7pPr>
            <a:lvl8pPr>
              <a:defRPr sz="1350" b="1">
                <a:solidFill>
                  <a:srgbClr val="B45F20"/>
                </a:solidFill>
                <a:latin typeface="Malgun Gothic"/>
                <a:ea typeface="Malgun Gothic"/>
                <a:cs typeface="Malgun Gothic"/>
              </a:defRPr>
            </a:lvl8pPr>
            <a:lvl9pPr>
              <a:defRPr sz="1350" b="1">
                <a:solidFill>
                  <a:srgbClr val="B45F20"/>
                </a:solidFill>
                <a:latin typeface="Malgun Gothic"/>
                <a:ea typeface="Malgun Gothic"/>
                <a:cs typeface="Malgun Gothic"/>
              </a:defRPr>
            </a:lvl9pPr>
          </a:lstStyle>
          <a:p xmlns:a="http://schemas.openxmlformats.org/drawingml/2006/main">
            <a:pPr>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순환 표시</a:t>
            </a:r>
          </a:p>
          <a:p xmlns:a="http://schemas.openxmlformats.org/drawingml/2006/main">
            <a:pPr>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탐색 중단</a:t>
            </a:r>
          </a:p>
        </p:txBody>
      </p:sp>
      <p:sp>
        <p:nvSpPr>
          <p:cNvPr id="43" name="text-276">
            <a:extLst xmlns:a="http://schemas.openxmlformats.org/drawingml/2006/main">
              <a:ext uri="{FF2B5EF4-FFF2-40B4-BE49-F238E27FC236}">
                <a16:creationId xmlns:a16="http://schemas.microsoft.com/office/drawing/2014/main" id="{01AF9C4D-C020-4D15-B26D-C46657CF0F9D}"/>
              </a:ext>
            </a:extLst>
          </p:cNvPr>
          <p:cNvSpPr>
            <a:spLocks xmlns:a="http://schemas.openxmlformats.org/drawingml/2006/main" noGrp="1"/>
          </p:cNvSpPr>
          <p:nvPr/>
        </p:nvSpPr>
        <p:spPr>
          <a:xfrm xmlns:a="http://schemas.openxmlformats.org/drawingml/2006/main">
            <a:off x="6324600" y="2124075"/>
            <a:ext cx="541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검증 | 공유·순환 처리 결과</a:t>
            </a:r>
          </a:p>
        </p:txBody>
      </p:sp>
      <p:sp>
        <p:nvSpPr>
          <p:cNvPr id="44" name="text-277">
            <a:extLst xmlns:a="http://schemas.openxmlformats.org/drawingml/2006/main">
              <a:ext uri="{FF2B5EF4-FFF2-40B4-BE49-F238E27FC236}">
                <a16:creationId xmlns:a16="http://schemas.microsoft.com/office/drawing/2014/main" id="{976FCB64-CD0C-4D22-9536-764B2E03A4B4}"/>
              </a:ext>
            </a:extLst>
          </p:cNvPr>
          <p:cNvSpPr>
            <a:spLocks xmlns:a="http://schemas.openxmlformats.org/drawingml/2006/main" noGrp="1"/>
          </p:cNvSpPr>
          <p:nvPr/>
        </p:nvSpPr>
        <p:spPr>
          <a:xfrm xmlns:a="http://schemas.openxmlformats.org/drawingml/2006/main">
            <a:off x="6324600" y="2457450"/>
            <a:ext cx="541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추가 QA · 2026.10.21 · 별도 Data Asset</a:t>
            </a:r>
          </a:p>
        </p:txBody>
      </p:sp>
      <p:graphicFrame>
        <p:nvGraphicFramePr>
          <p:cNvPr id="45" name="">
            <a:extLst xmlns:a="http://schemas.openxmlformats.org/drawingml/2006/main">
              <a:ext uri="{FF2B5EF4-FFF2-40B4-BE49-F238E27FC236}">
                <a16:creationId xmlns:a16="http://schemas.microsoft.com/office/drawing/2014/main" id="{8B276009-7457-475C-94A1-E5B5BEEF2F01}"/>
              </a:ext>
            </a:extLst>
          </p:cNvPr>
          <p:cNvGraphicFramePr/>
          <p:nvPr/>
        </p:nvGraphicFramePr>
        <p:xfrm>
          <a:off xmlns:a="http://schemas.openxmlformats.org/drawingml/2006/main" x="6324600" y="2781300"/>
          <a:ext xmlns:a="http://schemas.openxmlformats.org/drawingml/2006/main" cx="5410200" cy="2152650"/>
        </p:xfrm>
        <a:graphic xmlns:a="http://schemas.openxmlformats.org/drawingml/2006/main">
          <a:graphicData uri="http://schemas.openxmlformats.org/drawingml/2006/table">
            <a:tbl>
              <a:tblPr/>
              <a:tblGrid>
                <a:gridCol w="1428750"/>
                <a:gridCol w="1619250"/>
                <a:gridCol w="2362200"/>
              </a:tblGrid>
              <a:tr h="419100">
                <a:tc>
                  <a:txBody>
                    <a:bodyPr/>
                    <a:lstStyle/>
                    <a:p>
                      <a:r>
                        <a:rPr sz="1350" b="1">
                          <a:solidFill>
                            <a:srgbClr val="183440"/>
                          </a:solidFill>
                          <a:latin typeface="Malgun Gothic"/>
                          <a:ea typeface="Malgun Gothic"/>
                          <a:cs typeface="Malgun Gothic"/>
                        </a:rPr>
                        <a:t>검증 조건</a:t>
                      </a:r>
                    </a:p>
                  </a:txBody>
                  <a:tcPr marL="95250" marR="76200" marT="57150" marB="571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기대 동작</a:t>
                      </a:r>
                    </a:p>
                  </a:txBody>
                  <a:tcPr marL="95250" marR="76200" marT="57150" marB="571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CSV 확인 결과</a:t>
                      </a:r>
                    </a:p>
                  </a:txBody>
                  <a:tcPr marL="95250" marR="76200" marT="57150" marB="571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723900">
                <a:tc>
                  <a:txBody>
                    <a:bodyPr/>
                    <a:lstStyle/>
                    <a:p>
                      <a:r>
                        <a:rPr sz="1350" b="0">
                          <a:solidFill>
                            <a:srgbClr val="183440"/>
                          </a:solidFill>
                          <a:latin typeface="Malgun Gothic"/>
                          <a:ea typeface="Malgun Gothic"/>
                          <a:cs typeface="Malgun Gothic"/>
                        </a:rPr>
                        <a:t>B·C가 같은</a:t>
                      </a:r>
                    </a:p>
                    <a:p>
                      <a:r>
                        <a:rPr sz="1350" b="0">
                          <a:solidFill>
                            <a:srgbClr val="183440"/>
                          </a:solidFill>
                          <a:latin typeface="Malgun Gothic"/>
                          <a:ea typeface="Malgun Gothic"/>
                          <a:cs typeface="Malgun Gothic"/>
                        </a:rPr>
                        <a:t>D를 참조</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두 참조 관계</a:t>
                      </a:r>
                    </a:p>
                    <a:p>
                      <a:r>
                        <a:rPr sz="1350" b="0">
                          <a:solidFill>
                            <a:srgbClr val="183440"/>
                          </a:solidFill>
                          <a:latin typeface="Malgun Gothic"/>
                          <a:ea typeface="Malgun Gothic"/>
                          <a:cs typeface="Malgun Gothic"/>
                        </a:rPr>
                        <a:t>모두 유지</a:t>
                      </a:r>
                    </a:p>
                  </a:txBody>
                  <a:tcPr marL="95250" marR="76200" marT="57150" marB="571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B→D·C→D</a:t>
                      </a:r>
                    </a:p>
                    <a:p>
                      <a:r>
                        <a:rPr sz="1350" b="0">
                          <a:solidFill>
                            <a:srgbClr val="183440"/>
                          </a:solidFill>
                          <a:latin typeface="Malgun Gothic"/>
                          <a:ea typeface="Malgun Gothic"/>
                          <a:cs typeface="Malgun Gothic"/>
                        </a:rPr>
                        <a:t>각각 기록</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r h="1009650">
                <a:tc>
                  <a:txBody>
                    <a:bodyPr/>
                    <a:lstStyle/>
                    <a:p>
                      <a:r>
                        <a:rPr sz="1350" b="0">
                          <a:solidFill>
                            <a:srgbClr val="183440"/>
                          </a:solidFill>
                          <a:latin typeface="Malgun Gothic"/>
                          <a:ea typeface="Malgun Gothic"/>
                          <a:cs typeface="Malgun Gothic"/>
                        </a:rPr>
                        <a:t>E→F→E</a:t>
                      </a:r>
                    </a:p>
                    <a:p>
                      <a:r>
                        <a:rPr sz="1350" b="0">
                          <a:solidFill>
                            <a:srgbClr val="183440"/>
                          </a:solidFill>
                          <a:latin typeface="Malgun Gothic"/>
                          <a:ea typeface="Malgun Gothic"/>
                          <a:cs typeface="Malgun Gothic"/>
                        </a:rPr>
                        <a:t>최대 깊이 3</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되돌아온 E 표시</a:t>
                      </a:r>
                    </a:p>
                    <a:p>
                      <a:r>
                        <a:rPr sz="1350" b="0">
                          <a:solidFill>
                            <a:srgbClr val="183440"/>
                          </a:solidFill>
                          <a:latin typeface="Malgun Gothic"/>
                          <a:ea typeface="Malgun Gothic"/>
                          <a:cs typeface="Malgun Gothic"/>
                        </a:rPr>
                        <a:t>하위 탐색 중단</a:t>
                      </a:r>
                    </a:p>
                  </a:txBody>
                  <a:tcPr marL="95250" marR="76200" marT="57150" marB="57150" anchor="ctr">
                    <a:lnR w="6668">
                      <a:solidFill>
                        <a:srgbClr val="CBDDE1"/>
                      </a:solidFill>
                      <a:prstDash val="solid"/>
                    </a:lnR>
                    <a:lnB w="6668">
                      <a:solidFill>
                        <a:srgbClr val="CBDDE1"/>
                      </a:solidFill>
                      <a:prstDash val="solid"/>
                    </a:lnB>
                    <a:solidFill>
                      <a:srgbClr val="FFFFFF"/>
                    </a:solidFill>
                  </a:tcPr>
                </a:tc>
                <a:tc>
                  <a:txBody>
                    <a:bodyPr anchor="ctr" wrap="square" lIns="95250" rIns="95250" tIns="0" bIns="0"/>
                    <a:lstStyle/>
                    <a:p>
                      <a:pPr algn="l">
                        <a:lnSpc>
                          <a:spcPct val="100000"/>
                        </a:lnSpc>
                      </a:pPr>
                      <a:r>
                        <a:rPr sz="1275" b="0">
                          <a:solidFill>
                            <a:srgbClr val="183440"/>
                          </a:solidFill>
                          <a:latin typeface="Malgun Gothic"/>
                          <a:ea typeface="Malgun Gothic"/>
                          <a:cs typeface="Malgun Gothic"/>
                        </a:rPr>
                        <a:t>깊이 2에서 다시 만난 E를</a:t>
                      </a:r>
                    </a:p>
                    <a:p>
                      <a:pPr algn="l">
                        <a:lnSpc>
                          <a:spcPct val="100000"/>
                        </a:lnSpc>
                      </a:pPr>
                      <a:r>
                        <a:rPr sz="1275" b="0">
                          <a:solidFill>
                            <a:srgbClr val="183440"/>
                          </a:solidFill>
                          <a:latin typeface="Malgun Gothic"/>
                          <a:ea typeface="Malgun Gothic"/>
                          <a:cs typeface="Malgun Gothic"/>
                        </a:rPr>
                        <a:t>순환으로 표시</a:t>
                      </a:r>
                    </a:p>
                    <a:p>
                      <a:pPr algn="l">
                        <a:lnSpc>
                          <a:spcPct val="100000"/>
                        </a:lnSpc>
                      </a:pPr>
                      <a:r>
                        <a:rPr sz="1275" b="0">
                          <a:solidFill>
                            <a:srgbClr val="183440"/>
                          </a:solidFill>
                          <a:latin typeface="Malgun Gothic"/>
                          <a:ea typeface="Malgun Gothic"/>
                          <a:cs typeface="Malgun Gothic"/>
                        </a:rPr>
                        <a:t>최대 깊이 3에 도달 전 종료</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46" name="link-278">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BDFC9B90-71B1-4930-BEC9-C08532910CD7}"/>
              </a:ext>
            </a:extLst>
          </p:cNvPr>
          <p:cNvSpPr>
            <a:spLocks xmlns:a="http://schemas.openxmlformats.org/drawingml/2006/main" noGrp="1"/>
          </p:cNvSpPr>
          <p:nvPr/>
        </p:nvSpPr>
        <p:spPr>
          <a:xfrm xmlns:a="http://schemas.openxmlformats.org/drawingml/2006/main">
            <a:off x="457200" y="5219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개발 당시 Blueprint 방어 전후 화면 ↗</a:t>
            </a:r>
          </a:p>
        </p:txBody>
      </p:sp>
      <p:sp>
        <p:nvSpPr>
          <p:cNvPr id="47" name="link-279">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63EEEF61-F867-4C71-A524-F696AF72CC85}"/>
              </a:ext>
            </a:extLst>
          </p:cNvPr>
          <p:cNvSpPr>
            <a:spLocks xmlns:a="http://schemas.openxmlformats.org/drawingml/2006/main" noGrp="1"/>
          </p:cNvSpPr>
          <p:nvPr/>
        </p:nvSpPr>
        <p:spPr>
          <a:xfrm xmlns:a="http://schemas.openxmlformats.org/drawingml/2006/main">
            <a:off x="6324600" y="5219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공유 참조 CSV ↗</a:t>
            </a:r>
          </a:p>
        </p:txBody>
      </p:sp>
      <p:sp>
        <p:nvSpPr>
          <p:cNvPr id="48" name="link-280">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F87D1674-3245-46B1-AA85-84A6C966802B}"/>
              </a:ext>
            </a:extLst>
          </p:cNvPr>
          <p:cNvSpPr>
            <a:spLocks xmlns:a="http://schemas.openxmlformats.org/drawingml/2006/main" noGrp="1"/>
          </p:cNvSpPr>
          <p:nvPr/>
        </p:nvSpPr>
        <p:spPr>
          <a:xfrm xmlns:a="http://schemas.openxmlformats.org/drawingml/2006/main">
            <a:off x="9163050" y="5219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순환 참조 CSV ↗</a:t>
            </a:r>
          </a:p>
        </p:txBody>
      </p:sp>
      <p:sp>
        <p:nvSpPr>
          <p:cNvPr id="49" name="rect-281">
            <a:extLst xmlns:a="http://schemas.openxmlformats.org/drawingml/2006/main">
              <a:ext uri="{FF2B5EF4-FFF2-40B4-BE49-F238E27FC236}">
                <a16:creationId xmlns:a16="http://schemas.microsoft.com/office/drawing/2014/main" id="{E7D5BF13-92C8-4701-8E2C-F846B2AEB6AA}"/>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50" name="rect-282">
            <a:extLst xmlns:a="http://schemas.openxmlformats.org/drawingml/2006/main">
              <a:ext uri="{FF2B5EF4-FFF2-40B4-BE49-F238E27FC236}">
                <a16:creationId xmlns:a16="http://schemas.microsoft.com/office/drawing/2014/main" id="{D648C103-6F5B-4CC7-A6F3-101E93F4BD47}"/>
              </a:ext>
            </a:extLst>
          </p:cNvPr>
          <p:cNvSpPr>
            <a:spLocks xmlns:a="http://schemas.openxmlformats.org/drawingml/2006/main" noGrp="1"/>
          </p:cNvSpPr>
          <p:nvPr/>
        </p:nvSpPr>
        <p:spPr>
          <a:xfrm xmlns:a="http://schemas.openxmlformats.org/drawingml/2006/main">
            <a:off x="6057900" y="5638800"/>
            <a:ext cx="9525" cy="781050"/>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51" name="text-283">
            <a:extLst xmlns:a="http://schemas.openxmlformats.org/drawingml/2006/main">
              <a:ext uri="{FF2B5EF4-FFF2-40B4-BE49-F238E27FC236}">
                <a16:creationId xmlns:a16="http://schemas.microsoft.com/office/drawing/2014/main" id="{8C5EF7F0-3DBC-4D46-ABEE-433B405202B8}"/>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52" name="text-284">
            <a:extLst xmlns:a="http://schemas.openxmlformats.org/drawingml/2006/main">
              <a:ext uri="{FF2B5EF4-FFF2-40B4-BE49-F238E27FC236}">
                <a16:creationId xmlns:a16="http://schemas.microsoft.com/office/drawing/2014/main" id="{1E8C929E-132B-4B78-B119-AED7347E7051}"/>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말단 관계 보존 판단·순환 감지 상태 요구</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방어 전후 비교 제안과 실제 화면 확보</a:t>
            </a:r>
          </a:p>
        </p:txBody>
      </p:sp>
      <p:sp>
        <p:nvSpPr>
          <p:cNvPr id="53" name="text-285">
            <a:extLst xmlns:a="http://schemas.openxmlformats.org/drawingml/2006/main">
              <a:ext uri="{FF2B5EF4-FFF2-40B4-BE49-F238E27FC236}">
                <a16:creationId xmlns:a16="http://schemas.microsoft.com/office/drawing/2014/main" id="{1E5A47BB-C487-4CDE-86F2-7F7DB7C9B408}"/>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54" name="text-286">
            <a:extLst xmlns:a="http://schemas.openxmlformats.org/drawingml/2006/main">
              <a:ext uri="{FF2B5EF4-FFF2-40B4-BE49-F238E27FC236}">
                <a16:creationId xmlns:a16="http://schemas.microsoft.com/office/drawing/2014/main" id="{AB61F8DF-9C34-4530-8327-6E8D74785F75}"/>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CurrentPath 기반 재귀 제어 구현</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순환 노드 상태와 표시 코드 추가</a:t>
            </a:r>
          </a:p>
        </p:txBody>
      </p:sp>
      <p:sp>
        <p:nvSpPr>
          <p:cNvPr id="55" name="text-287">
            <a:extLst xmlns:a="http://schemas.openxmlformats.org/drawingml/2006/main">
              <a:ext uri="{FF2B5EF4-FFF2-40B4-BE49-F238E27FC236}">
                <a16:creationId xmlns:a16="http://schemas.microsoft.com/office/drawing/2014/main" id="{F95DAC7E-1AF4-42D3-A20D-284196528638}"/>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추가 QA: Codex의 별도 Data Asset hard reference. 당시 Blueprint·실제 프로젝트 재실행과 크래시·성능 실측은 미수행.</a:t>
            </a:r>
          </a:p>
        </p:txBody>
      </p:sp>
      <p:sp>
        <p:nvSpPr>
          <p:cNvPr id="7001" name="Review 7001"/>
          <p:cNvSpPr/>
          <p:nvPr/>
        </p:nvSpPr>
        <p:spPr>
          <ns1:xfrm xmlns:ns1="http://schemas.openxmlformats.org/drawingml/2006/main">
            <ns1:off x="6324600" y="4972050"/>
            <ns1:ext cx="5410200" cy="190500"/>
          </ns1:xfrm>
          <ns2:prstGeom xmlns:ns2="http://schemas.openxmlformats.org/drawingml/2006/main" prst="rect">
            <ns2:avLst/>
          </ns2:prstGeom>
          <ns3:noFill xmlns:ns3="http://schemas.openxmlformats.org/drawingml/2006/main"/>
          <ns4:ln xmlns:ns4="http://schemas.openxmlformats.org/drawingml/2006/main">
            <ns4:noFill/>
          </ns4:ln>
        </p:spPr>
        <p:txBody>
          <ns5:bodyPr xmlns:ns5="http://schemas.openxmlformats.org/drawingml/2006/main" anchor="t" wrap="square" lIns="0" rIns="0" tIns="0" bIns="0"/>
          <ns6:lstStyle xmlns:ns6="http://schemas.openxmlformats.org/drawingml/2006/main"/>
          <ns7:p xmlns:ns7="http://schemas.openxmlformats.org/drawingml/2006/main">
            <ns7:pPr algn="l">
              <ns7:lnSpc>
                <ns7:spcPct val="100000"/>
              </ns7:lnSpc>
            </ns7:pPr>
            <ns7:r>
              <ns7:rPr sz="1125" b="0">
                <ns7:solidFill>
                  <ns7:srgbClr val="5A707B"/>
                </ns7:solidFill>
                <ns7:latin typeface="Malgun Gothic"/>
                <ns7:ea typeface="Malgun Gothic"/>
                <ns7:cs typeface="Malgun Gothic"/>
              </ns7:rPr>
              <ns7:t>CSV: IsCircular=true · 순환 E 이후 행 없음</ns7:t>
            </ns7:r>
          </ns7:p>
        </p:txBody>
      </p:sp>
      <p:sp>
        <p:nvSpPr>
          <p:cNvPr id="9000" name="검증 상세 ↗">
            <a:extLst xmlns:a="http://schemas.openxmlformats.org/drawingml/2006/main">
              <a:ext uri="{FF2B5EF4-FFF2-40B4-BE49-F238E27FC236}">
                <a16:creationId xmlns:a16="http://schemas.microsoft.com/office/drawing/2014/main" id="{B79DF9F0-4FA6-4D07-8745-87691C4420CC}"/>
              </a:ext>
            </a:extLst>
            <ns3:hlinkClick xmlns:ns3="http://schemas.openxmlformats.org/drawingml/2006/main" xmlns:ns4="http://schemas.openxmlformats.org/officeDocument/2006/relationships" ns4:id="rIdFullReview0"/>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008B98"/>
                </ns2:solidFill>
                <ns2:latin typeface="Malgun Gothic"/>
                <ns2:ea typeface="Malgun Gothic"/>
                <ns2:cs typeface="Malgun Gothic"/>
              </ns2:rPr>
              <ns2:t>검증 상세 ↗</ns2:t>
            </ns2:r>
          </ns2:p>
        </p:txBody>
      </p:sp>
      <p:sp>
        <p:nvSpPr>
          <p:cNvPr id="9001" name="공유·순환 영상 ↗">
            <a:extLst xmlns:a="http://schemas.openxmlformats.org/drawingml/2006/main">
              <a:ext uri="{FF2B5EF4-FFF2-40B4-BE49-F238E27FC236}">
                <a16:creationId xmlns:a16="http://schemas.microsoft.com/office/drawing/2014/main" id="{B79DF9F0-4FA6-4D07-8745-87691C4420CC}"/>
              </a:ext>
            </a:extLst>
            <ns3:hlinkClick xmlns:ns3="http://schemas.openxmlformats.org/drawingml/2006/main" xmlns:ns4="http://schemas.openxmlformats.org/officeDocument/2006/relationships" ns4:id="rIdFullReview1"/>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B65E18"/>
                </ns2:solidFill>
                <ns2:latin typeface="Malgun Gothic"/>
                <ns2:ea typeface="Malgun Gothic"/>
                <ns2:cs typeface="Malgun Gothic"/>
              </ns2:rPr>
              <ns2:t>공유·순환 영상 ↗</ns2:t>
            </ns2:r>
          </ns2:p>
        </p:txBody>
      </p:sp>
    </p:spTree>
    <p:extLst>
      <p:ext uri="{BB962C8B-B14F-4D97-AF65-F5344CB8AC3E}">
        <p14:creationId xmlns:p14="http://schemas.microsoft.com/office/powerpoint/2010/main" val="14745742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389">
            <a:extLst xmlns:a="http://schemas.openxmlformats.org/drawingml/2006/main">
              <a:ext uri="{FF2B5EF4-FFF2-40B4-BE49-F238E27FC236}">
                <a16:creationId xmlns:a16="http://schemas.microsoft.com/office/drawing/2014/main" id="{9627A7DD-DA49-4CAF-8D04-BF62714FC052}"/>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390">
            <a:extLst xmlns:a="http://schemas.openxmlformats.org/drawingml/2006/main">
              <a:ext uri="{FF2B5EF4-FFF2-40B4-BE49-F238E27FC236}">
                <a16:creationId xmlns:a16="http://schemas.microsoft.com/office/drawing/2014/main" id="{6E1881DA-1217-4F63-AA67-E15EEAB2C20F}"/>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391">
            <a:extLst xmlns:a="http://schemas.openxmlformats.org/drawingml/2006/main">
              <a:ext uri="{FF2B5EF4-FFF2-40B4-BE49-F238E27FC236}">
                <a16:creationId xmlns:a16="http://schemas.microsoft.com/office/drawing/2014/main" id="{42048603-9C8E-43F9-8C79-9F9BEFDC2094}"/>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필터 입력 오류 · 문제와 결과 (1/3)</a:t>
            </a:r>
          </a:p>
        </p:txBody>
      </p:sp>
      <p:sp>
        <p:nvSpPr>
          <p:cNvPr id="4" name="text-392">
            <a:extLst xmlns:a="http://schemas.openxmlformats.org/drawingml/2006/main">
              <a:ext uri="{FF2B5EF4-FFF2-40B4-BE49-F238E27FC236}">
                <a16:creationId xmlns:a16="http://schemas.microsoft.com/office/drawing/2014/main" id="{0008EAAA-E47D-4C08-8E25-387F2CB5D77E}"/>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Enter 확정 뒤 경로가 지워져 필터가 풀림</a:t>
            </a:r>
          </a:p>
        </p:txBody>
      </p:sp>
      <p:sp>
        <p:nvSpPr>
          <p:cNvPr id="5" name="text-393">
            <a:extLst xmlns:a="http://schemas.openxmlformats.org/drawingml/2006/main">
              <a:ext uri="{FF2B5EF4-FFF2-40B4-BE49-F238E27FC236}">
                <a16:creationId xmlns:a16="http://schemas.microsoft.com/office/drawing/2014/main" id="{B427045B-46E6-4D90-9E5A-2A1B85532CAF}"/>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특정 폴더만 조회하려고 경로를 입력했지만, Enter로 확정하면 필터가 풀렸습니다.</a:t>
            </a:r>
          </a:p>
        </p:txBody>
      </p:sp>
      <p:sp>
        <p:nvSpPr>
          <p:cNvPr id="6" name="text-394">
            <a:extLst xmlns:a="http://schemas.openxmlformats.org/drawingml/2006/main">
              <a:ext uri="{FF2B5EF4-FFF2-40B4-BE49-F238E27FC236}">
                <a16:creationId xmlns:a16="http://schemas.microsoft.com/office/drawing/2014/main" id="{35ECBEA4-1449-478D-9DC4-1A9A8FF0DDBF}"/>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05 / 15</a:t>
            </a:r>
          </a:p>
        </p:txBody>
      </p:sp>
      <p:sp>
        <p:nvSpPr>
          <p:cNvPr id="7" name="link-395">
            <a:extLst xmlns:a="http://schemas.openxmlformats.org/drawingml/2006/main">
              <a:ext uri="{FF2B5EF4-FFF2-40B4-BE49-F238E27FC236}">
                <a16:creationId xmlns:a16="http://schemas.microsoft.com/office/drawing/2014/main" id="{626630F7-C5AA-433D-8C5C-A38BD02AC240}"/>
              </a:ext>
            </a:extLst>
            <ns0:hlinkClick xmlns:ns0="http://schemas.openxmlformats.org/drawingml/2006/main" xmlns:ns1="http://schemas.openxmlformats.org/officeDocument/2006/relationships" ns1:id="rIdLink5"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396">
            <a:extLst xmlns:a="http://schemas.openxmlformats.org/drawingml/2006/main">
              <a:ext uri="{FF2B5EF4-FFF2-40B4-BE49-F238E27FC236}">
                <a16:creationId xmlns:a16="http://schemas.microsoft.com/office/drawing/2014/main" id="{6F72267E-F8D6-4C98-B670-16C17367B8DB}"/>
              </a:ext>
            </a:extLst>
          </p:cNvPr>
          <p:cNvSpPr>
            <a:spLocks xmlns:a="http://schemas.openxmlformats.org/drawingml/2006/main" noGrp="1"/>
          </p:cNvSpPr>
          <p:nvPr/>
        </p:nvSpPr>
        <p:spPr>
          <a:xfrm xmlns:a="http://schemas.openxmlformats.org/drawingml/2006/main">
            <a:off x="457200" y="2152650"/>
            <a:ext cx="539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B45F20"/>
                </a:solidFill>
                <a:latin typeface="Malgun Gothic"/>
                <a:ea typeface="Malgun Gothic"/>
                <a:cs typeface="Malgun Gothic"/>
              </a:defRPr>
            </a:defPPr>
            <a:lvl1pPr>
              <a:defRPr sz="1800" b="1">
                <a:solidFill>
                  <a:srgbClr val="B45F20"/>
                </a:solidFill>
                <a:latin typeface="Malgun Gothic"/>
                <a:ea typeface="Malgun Gothic"/>
                <a:cs typeface="Malgun Gothic"/>
              </a:defRPr>
            </a:lvl1pPr>
            <a:lvl2pPr>
              <a:defRPr sz="1800" b="1">
                <a:solidFill>
                  <a:srgbClr val="B45F20"/>
                </a:solidFill>
                <a:latin typeface="Malgun Gothic"/>
                <a:ea typeface="Malgun Gothic"/>
                <a:cs typeface="Malgun Gothic"/>
              </a:defRPr>
            </a:lvl2pPr>
            <a:lvl3pPr>
              <a:defRPr sz="1800" b="1">
                <a:solidFill>
                  <a:srgbClr val="B45F20"/>
                </a:solidFill>
                <a:latin typeface="Malgun Gothic"/>
                <a:ea typeface="Malgun Gothic"/>
                <a:cs typeface="Malgun Gothic"/>
              </a:defRPr>
            </a:lvl3pPr>
            <a:lvl4pPr>
              <a:defRPr sz="1800" b="1">
                <a:solidFill>
                  <a:srgbClr val="B45F20"/>
                </a:solidFill>
                <a:latin typeface="Malgun Gothic"/>
                <a:ea typeface="Malgun Gothic"/>
                <a:cs typeface="Malgun Gothic"/>
              </a:defRPr>
            </a:lvl4pPr>
            <a:lvl5pPr>
              <a:defRPr sz="1800" b="1">
                <a:solidFill>
                  <a:srgbClr val="B45F20"/>
                </a:solidFill>
                <a:latin typeface="Malgun Gothic"/>
                <a:ea typeface="Malgun Gothic"/>
                <a:cs typeface="Malgun Gothic"/>
              </a:defRPr>
            </a:lvl5pPr>
            <a:lvl6pPr>
              <a:defRPr sz="1800" b="1">
                <a:solidFill>
                  <a:srgbClr val="B45F20"/>
                </a:solidFill>
                <a:latin typeface="Malgun Gothic"/>
                <a:ea typeface="Malgun Gothic"/>
                <a:cs typeface="Malgun Gothic"/>
              </a:defRPr>
            </a:lvl6pPr>
            <a:lvl7pPr>
              <a:defRPr sz="1800" b="1">
                <a:solidFill>
                  <a:srgbClr val="B45F20"/>
                </a:solidFill>
                <a:latin typeface="Malgun Gothic"/>
                <a:ea typeface="Malgun Gothic"/>
                <a:cs typeface="Malgun Gothic"/>
              </a:defRPr>
            </a:lvl7pPr>
            <a:lvl8pPr>
              <a:defRPr sz="1800" b="1">
                <a:solidFill>
                  <a:srgbClr val="B45F20"/>
                </a:solidFill>
                <a:latin typeface="Malgun Gothic"/>
                <a:ea typeface="Malgun Gothic"/>
                <a:cs typeface="Malgun Gothic"/>
              </a:defRPr>
            </a:lvl8pPr>
            <a:lvl9pPr>
              <a:defRPr sz="1800" b="1">
                <a:solidFill>
                  <a:srgbClr val="B45F20"/>
                </a:solidFill>
                <a:latin typeface="Malgun Gothic"/>
                <a:ea typeface="Malgun Gothic"/>
                <a:cs typeface="Malgun Gothic"/>
              </a:defRPr>
            </a:lvl9pPr>
          </a:lstStyle>
          <a:p xmlns:a="http://schemas.openxmlformats.org/drawingml/2006/main">
            <a:pPr>
              <a:defRPr sz="1800" b="1">
                <a:solidFill>
                  <a:srgbClr val="B45F20"/>
                </a:solidFill>
                <a:latin typeface="Malgun Gothic"/>
                <a:ea typeface="Malgun Gothic"/>
                <a:cs typeface="Malgun Gothic"/>
              </a:defRPr>
            </a:pPr>
            <a:r>
              <a:rPr sz="1800" b="1">
                <a:solidFill>
                  <a:srgbClr val="B45F20"/>
                </a:solidFill>
                <a:latin typeface="Malgun Gothic"/>
                <a:ea typeface="Malgun Gothic"/>
                <a:cs typeface="Malgun Gothic"/>
              </a:rPr>
              <a:t>수정 전</a:t>
            </a:r>
          </a:p>
        </p:txBody>
      </p:sp>
      <p:sp>
        <p:nvSpPr>
          <p:cNvPr id="9" name="text-397">
            <a:extLst xmlns:a="http://schemas.openxmlformats.org/drawingml/2006/main">
              <a:ext uri="{FF2B5EF4-FFF2-40B4-BE49-F238E27FC236}">
                <a16:creationId xmlns:a16="http://schemas.microsoft.com/office/drawing/2014/main" id="{A6FE33CF-AA64-45F5-9AB5-9978175F92D4}"/>
              </a:ext>
            </a:extLst>
          </p:cNvPr>
          <p:cNvSpPr>
            <a:spLocks xmlns:a="http://schemas.openxmlformats.org/drawingml/2006/main" noGrp="1"/>
          </p:cNvSpPr>
          <p:nvPr/>
        </p:nvSpPr>
        <p:spPr>
          <a:xfrm xmlns:a="http://schemas.openxmlformats.org/drawingml/2006/main">
            <a:off x="6343650" y="2152650"/>
            <a:ext cx="539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수정 후</a:t>
            </a:r>
          </a:p>
        </p:txBody>
      </p:sp>
      <p:pic>
        <p:nvPicPr>
          <p:cNvPr id="10" name="">
            <a:extLst xmlns:a="http://schemas.openxmlformats.org/drawingml/2006/main">
              <a:ext uri="{FF2B5EF4-FFF2-40B4-BE49-F238E27FC236}">
                <a16:creationId xmlns:a16="http://schemas.microsoft.com/office/drawing/2014/main" id="{4C0B86EA-BC31-4AEB-BCAC-18452D04FF9F}"/>
              </a:ext>
            </a:extLst>
          </p:cNvPr>
          <p:cNvPicPr>
            <a:picLocks xmlns:a="http://schemas.openxmlformats.org/drawingml/2006/main" noChangeAspect="1"/>
          </p:cNvPicPr>
          <p:nvPr/>
        </p:nvPicPr>
        <p:blipFill>
          <a:blip xmlns:r="http://schemas.openxmlformats.org/officeDocument/2006/relationships" xmlns:a="http://schemas.openxmlformats.org/drawingml/2006/main" r:embed="R0a30e0e80adc429e"/>
          <a:stretch xmlns:a="http://schemas.openxmlformats.org/drawingml/2006/main"/>
        </p:blipFill>
        <p:spPr>
          <a:xfrm xmlns:a="http://schemas.openxmlformats.org/drawingml/2006/main">
            <a:off x="461217" y="2724150"/>
            <a:ext cx="5383116" cy="22955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9CF7E25-AA7E-4B3A-80DC-A71DC88FE217}"/>
              </a:ext>
            </a:extLst>
          </p:cNvPr>
          <p:cNvPicPr>
            <a:picLocks xmlns:a="http://schemas.openxmlformats.org/drawingml/2006/main" noChangeAspect="1"/>
          </p:cNvPicPr>
          <p:nvPr/>
        </p:nvPicPr>
        <p:blipFill>
          <a:blip xmlns:r="http://schemas.openxmlformats.org/officeDocument/2006/relationships" xmlns:a="http://schemas.openxmlformats.org/drawingml/2006/main" r:embed="R652647992afd48f2"/>
          <a:stretch xmlns:a="http://schemas.openxmlformats.org/drawingml/2006/main"/>
        </p:blipFill>
        <p:spPr>
          <a:xfrm xmlns:a="http://schemas.openxmlformats.org/drawingml/2006/main">
            <a:off x="6347667" y="2724150"/>
            <a:ext cx="5383116" cy="2295525"/>
          </a:xfrm>
          <a:prstGeom xmlns:a="http://schemas.openxmlformats.org/drawingml/2006/main" prst="rect">
            <a:avLst/>
          </a:prstGeom>
        </p:spPr>
      </p:pic>
      <p:sp>
        <p:nvSpPr>
          <p:cNvPr id="12" name="rect-398">
            <a:extLst xmlns:a="http://schemas.openxmlformats.org/drawingml/2006/main">
              <a:ext uri="{FF2B5EF4-FFF2-40B4-BE49-F238E27FC236}">
                <a16:creationId xmlns:a16="http://schemas.microsoft.com/office/drawing/2014/main" id="{C93C1EE1-5A89-474F-B251-C44D21D65EBB}"/>
              </a:ext>
            </a:extLst>
          </p:cNvPr>
          <p:cNvSpPr>
            <a:spLocks xmlns:a="http://schemas.openxmlformats.org/drawingml/2006/main" noGrp="1"/>
          </p:cNvSpPr>
          <p:nvPr/>
        </p:nvSpPr>
        <p:spPr>
          <a:xfrm xmlns:a="http://schemas.openxmlformats.org/drawingml/2006/main">
            <a:off x="1069934" y="2951502"/>
            <a:ext cx="4701059" cy="190683"/>
          </a:xfrm>
          <a:prstGeom xmlns:a="http://schemas.openxmlformats.org/drawingml/2006/main" prst="rect">
            <a:avLst/>
          </a:prstGeom>
          <a:noFill xmlns:a="http://schemas.openxmlformats.org/drawingml/2006/main"/>
          <a:ln xmlns:a="http://schemas.openxmlformats.org/drawingml/2006/main" w="7620">
            <a:solidFill>
              <a:srgbClr val="B45F20"/>
            </a:solidFill>
          </a:ln>
        </p:spPr>
      </p:sp>
      <p:sp>
        <p:nvSpPr>
          <p:cNvPr id="13" name="rect-399">
            <a:extLst xmlns:a="http://schemas.openxmlformats.org/drawingml/2006/main">
              <a:ext uri="{FF2B5EF4-FFF2-40B4-BE49-F238E27FC236}">
                <a16:creationId xmlns:a16="http://schemas.microsoft.com/office/drawing/2014/main" id="{615C7191-BD01-4106-9EC7-559FF59CF33B}"/>
              </a:ext>
            </a:extLst>
          </p:cNvPr>
          <p:cNvSpPr>
            <a:spLocks xmlns:a="http://schemas.openxmlformats.org/drawingml/2006/main" noGrp="1"/>
          </p:cNvSpPr>
          <p:nvPr/>
        </p:nvSpPr>
        <p:spPr>
          <a:xfrm xmlns:a="http://schemas.openxmlformats.org/drawingml/2006/main">
            <a:off x="6956384" y="2951502"/>
            <a:ext cx="4701059" cy="190683"/>
          </a:xfrm>
          <a:prstGeom xmlns:a="http://schemas.openxmlformats.org/drawingml/2006/main" prst="rect">
            <a:avLst/>
          </a:prstGeom>
          <a:noFill xmlns:a="http://schemas.openxmlformats.org/drawingml/2006/main"/>
          <a:ln xmlns:a="http://schemas.openxmlformats.org/drawingml/2006/main" w="7620">
            <a:solidFill>
              <a:srgbClr val="008D98"/>
            </a:solidFill>
          </a:ln>
        </p:spPr>
      </p:sp>
      <p:sp>
        <p:nvSpPr>
          <p:cNvPr id="14" name="text-400">
            <a:extLst xmlns:a="http://schemas.openxmlformats.org/drawingml/2006/main">
              <a:ext uri="{FF2B5EF4-FFF2-40B4-BE49-F238E27FC236}">
                <a16:creationId xmlns:a16="http://schemas.microsoft.com/office/drawing/2014/main" id="{75273FAB-A69E-4918-A81F-30CD5E646BAB}"/>
              </a:ext>
            </a:extLst>
          </p:cNvPr>
          <p:cNvSpPr>
            <a:spLocks xmlns:a="http://schemas.openxmlformats.org/drawingml/2006/main" noGrp="1"/>
          </p:cNvSpPr>
          <p:nvPr/>
        </p:nvSpPr>
        <p:spPr>
          <a:xfrm xmlns:a="http://schemas.openxmlformats.org/drawingml/2006/main">
            <a:off x="457200" y="5162550"/>
            <a:ext cx="539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B45F20"/>
                </a:solidFill>
                <a:latin typeface="Malgun Gothic"/>
                <a:ea typeface="Malgun Gothic"/>
                <a:cs typeface="Malgun Gothic"/>
              </a:defRPr>
            </a:defPPr>
            <a:lvl1pPr>
              <a:defRPr sz="1725" b="1">
                <a:solidFill>
                  <a:srgbClr val="B45F20"/>
                </a:solidFill>
                <a:latin typeface="Malgun Gothic"/>
                <a:ea typeface="Malgun Gothic"/>
                <a:cs typeface="Malgun Gothic"/>
              </a:defRPr>
            </a:lvl1pPr>
            <a:lvl2pPr>
              <a:defRPr sz="1725" b="1">
                <a:solidFill>
                  <a:srgbClr val="B45F20"/>
                </a:solidFill>
                <a:latin typeface="Malgun Gothic"/>
                <a:ea typeface="Malgun Gothic"/>
                <a:cs typeface="Malgun Gothic"/>
              </a:defRPr>
            </a:lvl2pPr>
            <a:lvl3pPr>
              <a:defRPr sz="1725" b="1">
                <a:solidFill>
                  <a:srgbClr val="B45F20"/>
                </a:solidFill>
                <a:latin typeface="Malgun Gothic"/>
                <a:ea typeface="Malgun Gothic"/>
                <a:cs typeface="Malgun Gothic"/>
              </a:defRPr>
            </a:lvl3pPr>
            <a:lvl4pPr>
              <a:defRPr sz="1725" b="1">
                <a:solidFill>
                  <a:srgbClr val="B45F20"/>
                </a:solidFill>
                <a:latin typeface="Malgun Gothic"/>
                <a:ea typeface="Malgun Gothic"/>
                <a:cs typeface="Malgun Gothic"/>
              </a:defRPr>
            </a:lvl4pPr>
            <a:lvl5pPr>
              <a:defRPr sz="1725" b="1">
                <a:solidFill>
                  <a:srgbClr val="B45F20"/>
                </a:solidFill>
                <a:latin typeface="Malgun Gothic"/>
                <a:ea typeface="Malgun Gothic"/>
                <a:cs typeface="Malgun Gothic"/>
              </a:defRPr>
            </a:lvl5pPr>
            <a:lvl6pPr>
              <a:defRPr sz="1725" b="1">
                <a:solidFill>
                  <a:srgbClr val="B45F20"/>
                </a:solidFill>
                <a:latin typeface="Malgun Gothic"/>
                <a:ea typeface="Malgun Gothic"/>
                <a:cs typeface="Malgun Gothic"/>
              </a:defRPr>
            </a:lvl6pPr>
            <a:lvl7pPr>
              <a:defRPr sz="1725" b="1">
                <a:solidFill>
                  <a:srgbClr val="B45F20"/>
                </a:solidFill>
                <a:latin typeface="Malgun Gothic"/>
                <a:ea typeface="Malgun Gothic"/>
                <a:cs typeface="Malgun Gothic"/>
              </a:defRPr>
            </a:lvl7pPr>
            <a:lvl8pPr>
              <a:defRPr sz="1725" b="1">
                <a:solidFill>
                  <a:srgbClr val="B45F20"/>
                </a:solidFill>
                <a:latin typeface="Malgun Gothic"/>
                <a:ea typeface="Malgun Gothic"/>
                <a:cs typeface="Malgun Gothic"/>
              </a:defRPr>
            </a:lvl8pPr>
            <a:lvl9pPr>
              <a:defRPr sz="1725" b="1">
                <a:solidFill>
                  <a:srgbClr val="B45F20"/>
                </a:solidFill>
                <a:latin typeface="Malgun Gothic"/>
                <a:ea typeface="Malgun Gothic"/>
                <a:cs typeface="Malgun Gothic"/>
              </a:defRPr>
            </a:lvl9pPr>
          </a:lstStyle>
          <a:p xmlns:a="http://schemas.openxmlformats.org/drawingml/2006/main">
            <a:pPr>
              <a:defRPr sz="1725" b="1">
                <a:solidFill>
                  <a:srgbClr val="B45F20"/>
                </a:solidFill>
                <a:latin typeface="Malgun Gothic"/>
                <a:ea typeface="Malgun Gothic"/>
                <a:cs typeface="Malgun Gothic"/>
              </a:defRPr>
            </a:pPr>
            <a:r>
              <a:rPr sz="1725" b="1">
                <a:solidFill>
                  <a:srgbClr val="B45F20"/>
                </a:solidFill>
                <a:latin typeface="Malgun Gothic"/>
                <a:ea typeface="Malgun Gothic"/>
                <a:cs typeface="Malgun Gothic"/>
              </a:rPr>
              <a:t>① Path Filter가 빈 값으로 바뀜</a:t>
            </a:r>
          </a:p>
        </p:txBody>
      </p:sp>
      <p:sp>
        <p:nvSpPr>
          <p:cNvPr id="15" name="text-401">
            <a:extLst xmlns:a="http://schemas.openxmlformats.org/drawingml/2006/main">
              <a:ext uri="{FF2B5EF4-FFF2-40B4-BE49-F238E27FC236}">
                <a16:creationId xmlns:a16="http://schemas.microsoft.com/office/drawing/2014/main" id="{2E2002A8-F9ED-4CAA-8AE4-4B5053B6686C}"/>
              </a:ext>
            </a:extLst>
          </p:cNvPr>
          <p:cNvSpPr>
            <a:spLocks xmlns:a="http://schemas.openxmlformats.org/drawingml/2006/main" noGrp="1"/>
          </p:cNvSpPr>
          <p:nvPr/>
        </p:nvSpPr>
        <p:spPr>
          <a:xfrm xmlns:a="http://schemas.openxmlformats.org/drawingml/2006/main">
            <a:off x="6343650" y="5162550"/>
            <a:ext cx="539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① 입력한 BranchB 경로를 유지</a:t>
            </a:r>
          </a:p>
        </p:txBody>
      </p:sp>
      <p:sp>
        <p:nvSpPr>
          <p:cNvPr id="16" name="text-402">
            <a:extLst xmlns:a="http://schemas.openxmlformats.org/drawingml/2006/main">
              <a:ext uri="{FF2B5EF4-FFF2-40B4-BE49-F238E27FC236}">
                <a16:creationId xmlns:a16="http://schemas.microsoft.com/office/drawing/2014/main" id="{7C5BEF07-BFA8-4354-9235-5694DB5331ED}"/>
              </a:ext>
            </a:extLst>
          </p:cNvPr>
          <p:cNvSpPr>
            <a:spLocks xmlns:a="http://schemas.openxmlformats.org/drawingml/2006/main" noGrp="1"/>
          </p:cNvSpPr>
          <p:nvPr/>
        </p:nvSpPr>
        <p:spPr>
          <a:xfrm xmlns:a="http://schemas.openxmlformats.org/drawingml/2006/main">
            <a:off x="457200" y="55340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B45F20"/>
                </a:solidFill>
                <a:latin typeface="Malgun Gothic"/>
                <a:ea typeface="Malgun Gothic"/>
                <a:cs typeface="Malgun Gothic"/>
              </a:defRPr>
            </a:defPPr>
            <a:lvl1pPr>
              <a:defRPr sz="1725" b="1">
                <a:solidFill>
                  <a:srgbClr val="B45F20"/>
                </a:solidFill>
                <a:latin typeface="Malgun Gothic"/>
                <a:ea typeface="Malgun Gothic"/>
                <a:cs typeface="Malgun Gothic"/>
              </a:defRPr>
            </a:lvl1pPr>
            <a:lvl2pPr>
              <a:defRPr sz="1725" b="1">
                <a:solidFill>
                  <a:srgbClr val="B45F20"/>
                </a:solidFill>
                <a:latin typeface="Malgun Gothic"/>
                <a:ea typeface="Malgun Gothic"/>
                <a:cs typeface="Malgun Gothic"/>
              </a:defRPr>
            </a:lvl2pPr>
            <a:lvl3pPr>
              <a:defRPr sz="1725" b="1">
                <a:solidFill>
                  <a:srgbClr val="B45F20"/>
                </a:solidFill>
                <a:latin typeface="Malgun Gothic"/>
                <a:ea typeface="Malgun Gothic"/>
                <a:cs typeface="Malgun Gothic"/>
              </a:defRPr>
            </a:lvl3pPr>
            <a:lvl4pPr>
              <a:defRPr sz="1725" b="1">
                <a:solidFill>
                  <a:srgbClr val="B45F20"/>
                </a:solidFill>
                <a:latin typeface="Malgun Gothic"/>
                <a:ea typeface="Malgun Gothic"/>
                <a:cs typeface="Malgun Gothic"/>
              </a:defRPr>
            </a:lvl4pPr>
            <a:lvl5pPr>
              <a:defRPr sz="1725" b="1">
                <a:solidFill>
                  <a:srgbClr val="B45F20"/>
                </a:solidFill>
                <a:latin typeface="Malgun Gothic"/>
                <a:ea typeface="Malgun Gothic"/>
                <a:cs typeface="Malgun Gothic"/>
              </a:defRPr>
            </a:lvl5pPr>
            <a:lvl6pPr>
              <a:defRPr sz="1725" b="1">
                <a:solidFill>
                  <a:srgbClr val="B45F20"/>
                </a:solidFill>
                <a:latin typeface="Malgun Gothic"/>
                <a:ea typeface="Malgun Gothic"/>
                <a:cs typeface="Malgun Gothic"/>
              </a:defRPr>
            </a:lvl6pPr>
            <a:lvl7pPr>
              <a:defRPr sz="1725" b="1">
                <a:solidFill>
                  <a:srgbClr val="B45F20"/>
                </a:solidFill>
                <a:latin typeface="Malgun Gothic"/>
                <a:ea typeface="Malgun Gothic"/>
                <a:cs typeface="Malgun Gothic"/>
              </a:defRPr>
            </a:lvl7pPr>
            <a:lvl8pPr>
              <a:defRPr sz="1725" b="1">
                <a:solidFill>
                  <a:srgbClr val="B45F20"/>
                </a:solidFill>
                <a:latin typeface="Malgun Gothic"/>
                <a:ea typeface="Malgun Gothic"/>
                <a:cs typeface="Malgun Gothic"/>
              </a:defRPr>
            </a:lvl8pPr>
            <a:lvl9pPr>
              <a:defRPr sz="1725" b="1">
                <a:solidFill>
                  <a:srgbClr val="B45F20"/>
                </a:solidFill>
                <a:latin typeface="Malgun Gothic"/>
                <a:ea typeface="Malgun Gothic"/>
                <a:cs typeface="Malgun Gothic"/>
              </a:defRPr>
            </a:lvl9pPr>
          </a:lstStyle>
          <a:p xmlns:a="http://schemas.openxmlformats.org/drawingml/2006/main">
            <a:pPr>
              <a:defRPr sz="1725" b="1">
                <a:solidFill>
                  <a:srgbClr val="B45F20"/>
                </a:solidFill>
                <a:latin typeface="Malgun Gothic"/>
                <a:ea typeface="Malgun Gothic"/>
                <a:cs typeface="Malgun Gothic"/>
              </a:defRPr>
            </a:pPr>
            <a:r>
              <a:rPr sz="1725" b="1">
                <a:solidFill>
                  <a:srgbClr val="B45F20"/>
                </a:solidFill>
                <a:latin typeface="Malgun Gothic"/>
                <a:ea typeface="Malgun Gothic"/>
                <a:cs typeface="Malgun Gothic"/>
              </a:rPr>
              <a:t>② CSV 10행 · 지정 밖 항목 포함</a:t>
            </a:r>
          </a:p>
        </p:txBody>
      </p:sp>
      <p:sp>
        <p:nvSpPr>
          <p:cNvPr id="17" name="text-403">
            <a:extLst xmlns:a="http://schemas.openxmlformats.org/drawingml/2006/main">
              <a:ext uri="{FF2B5EF4-FFF2-40B4-BE49-F238E27FC236}">
                <a16:creationId xmlns:a16="http://schemas.microsoft.com/office/drawing/2014/main" id="{6036EB2E-0CCB-4F65-A437-C3C45837A271}"/>
              </a:ext>
            </a:extLst>
          </p:cNvPr>
          <p:cNvSpPr>
            <a:spLocks xmlns:a="http://schemas.openxmlformats.org/drawingml/2006/main" noGrp="1"/>
          </p:cNvSpPr>
          <p:nvPr/>
        </p:nvSpPr>
        <p:spPr>
          <a:xfrm xmlns:a="http://schemas.openxmlformats.org/drawingml/2006/main">
            <a:off x="6343650" y="5534025"/>
            <a:ext cx="5391150" cy="295275"/>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575" b="1">
                <ns2:solidFill>
                  <ns2:srgbClr val="008D98"/>
                </ns2:solidFill>
                <ns2:latin typeface="Malgun Gothic"/>
                <ns2:ea typeface="Malgun Gothic"/>
                <ns2:cs typeface="Malgun Gothic"/>
              </ns2:rPr>
              <ns2:t>② CSV 2행 · 시작 에셋 A + 필터에 일치한 B</ns2:t>
            </ns2:r>
          </ns2:p>
        </p:txBody>
      </p:sp>
      <p:sp>
        <p:nvSpPr>
          <p:cNvPr id="18" name="rect-404">
            <a:extLst xmlns:a="http://schemas.openxmlformats.org/drawingml/2006/main">
              <a:ext uri="{FF2B5EF4-FFF2-40B4-BE49-F238E27FC236}">
                <a16:creationId xmlns:a16="http://schemas.microsoft.com/office/drawing/2014/main" id="{3768803D-0246-4EEA-9A37-7FB6D7A78F7C}"/>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19" name="text-405">
            <a:extLst xmlns:a="http://schemas.openxmlformats.org/drawingml/2006/main">
              <a:ext uri="{FF2B5EF4-FFF2-40B4-BE49-F238E27FC236}">
                <a16:creationId xmlns:a16="http://schemas.microsoft.com/office/drawing/2014/main" id="{86B43615-81D5-4155-B6F8-2CEC9C44B327}"/>
              </a:ext>
            </a:extLst>
          </p:cNvPr>
          <p:cNvSpPr>
            <a:spLocks xmlns:a="http://schemas.openxmlformats.org/drawingml/2006/main" noGrp="1"/>
          </p:cNvSpPr>
          <p:nvPr/>
        </p:nvSpPr>
        <p:spPr>
          <a:xfrm xmlns:a="http://schemas.openxmlformats.org/drawingml/2006/main">
            <a:off x="457200" y="613410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추가 QA · 2026.10.21</a:t>
            </a:r>
          </a:p>
        </p:txBody>
      </p:sp>
      <p:sp>
        <p:nvSpPr>
          <p:cNvPr id="20" name="text-406">
            <a:extLst xmlns:a="http://schemas.openxmlformats.org/drawingml/2006/main">
              <a:ext uri="{FF2B5EF4-FFF2-40B4-BE49-F238E27FC236}">
                <a16:creationId xmlns:a16="http://schemas.microsoft.com/office/drawing/2014/main" id="{6725D12E-8477-44F1-AF7A-77DE92828186}"/>
              </a:ext>
            </a:extLst>
          </p:cNvPr>
          <p:cNvSpPr>
            <a:spLocks xmlns:a="http://schemas.openxmlformats.org/drawingml/2006/main" noGrp="1"/>
          </p:cNvSpPr>
          <p:nvPr/>
        </p:nvSpPr>
        <p:spPr>
          <a:xfrm xmlns:a="http://schemas.openxmlformats.org/drawingml/2006/main">
            <a:off x="457200" y="636270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비교 조건: 이전 입력 처리 코드만 재구성 · 과거 전체 빌드 비교가 아님</a:t>
            </a:r>
          </a:p>
        </p:txBody>
      </p:sp>
      <p:sp>
        <p:nvSpPr>
          <p:cNvPr id="21" name="link-407">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9FD4B656-E515-43CF-947B-7D3B25A9C579}"/>
              </a:ext>
            </a:extLst>
          </p:cNvPr>
          <p:cNvSpPr>
            <a:spLocks xmlns:a="http://schemas.openxmlformats.org/drawingml/2006/main" noGrp="1"/>
          </p:cNvSpPr>
          <p:nvPr/>
        </p:nvSpPr>
        <p:spPr>
          <a:xfrm xmlns:a="http://schemas.openxmlformats.org/drawingml/2006/main">
            <a:off x="457200" y="6572250"/>
            <a:ext cx="523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이전 처리 CSV ↗</a:t>
            </a:r>
          </a:p>
        </p:txBody>
      </p:sp>
      <p:sp>
        <p:nvSpPr>
          <p:cNvPr id="22" name="link-408">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49D36E3B-F25B-4532-A458-3F3CF57C0495}"/>
              </a:ext>
            </a:extLst>
          </p:cNvPr>
          <p:cNvSpPr>
            <a:spLocks xmlns:a="http://schemas.openxmlformats.org/drawingml/2006/main" noGrp="1"/>
          </p:cNvSpPr>
          <p:nvPr/>
        </p:nvSpPr>
        <p:spPr>
          <a:xfrm xmlns:a="http://schemas.openxmlformats.org/drawingml/2006/main">
            <a:off x="6343650" y="6572250"/>
            <a:ext cx="5391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수정 후 CSV ↗</a:t>
            </a:r>
          </a:p>
        </p:txBody>
      </p:sp>
      <p:sp>
        <p:nvSpPr>
          <p:cNvPr id="7000" name="Review 7000"/>
          <p:cNvSpPr/>
          <p:nvPr/>
        </p:nvSpPr>
        <p:spPr>
          <ns1:xfrm xmlns:ns1="http://schemas.openxmlformats.org/drawingml/2006/main">
            <ns1:off x="6343650" y="5800725"/>
            <ns1:ext cx="5391150" cy="180975"/>
          </ns1:xfrm>
          <ns2:prstGeom xmlns:ns2="http://schemas.openxmlformats.org/drawingml/2006/main" prst="rect">
            <ns2:avLst/>
          </ns2:prstGeom>
          <ns3:noFill xmlns:ns3="http://schemas.openxmlformats.org/drawingml/2006/main"/>
          <ns4:ln xmlns:ns4="http://schemas.openxmlformats.org/drawingml/2006/main">
            <ns4:noFill/>
          </ns4:ln>
        </p:spPr>
        <p:txBody>
          <ns5:bodyPr xmlns:ns5="http://schemas.openxmlformats.org/drawingml/2006/main" anchor="t" wrap="square" lIns="0" rIns="0" tIns="0" bIns="0"/>
          <ns6:lstStyle xmlns:ns6="http://schemas.openxmlformats.org/drawingml/2006/main"/>
          <ns7:p xmlns:ns7="http://schemas.openxmlformats.org/drawingml/2006/main">
            <ns7:pPr algn="l">
              <ns7:lnSpc>
                <ns7:spcPct val="100000"/>
              </ns7:lnSpc>
            </ns7:pPr>
            <ns7:r>
              <ns7:rPr sz="1125" b="0">
                <ns7:solidFill>
                  <ns7:srgbClr val="5A707B"/>
                </ns7:solidFill>
                <ns7:latin typeface="Malgun Gothic"/>
                <ns7:ea typeface="Malgun Gothic"/>
                <ns7:cs typeface="Malgun Gothic"/>
              </ns7:rPr>
              <ns7:t>시작 에셋 A는 필터와 관계없이 포함</ns7:t>
            </ns7:r>
          </ns7:p>
        </p:txBody>
      </p:sp>
      <p:sp>
        <p:nvSpPr>
          <p:cNvPr id="9000" name="검증 상세 ↗">
            <a:extLst xmlns:a="http://schemas.openxmlformats.org/drawingml/2006/main">
              <a:ext uri="{FF2B5EF4-FFF2-40B4-BE49-F238E27FC236}">
                <a16:creationId xmlns:a16="http://schemas.microsoft.com/office/drawing/2014/main" id="{626630F7-C5AA-433D-8C5C-A38BD02AC240}"/>
              </a:ext>
            </a:extLst>
            <ns3:hlinkClick xmlns:ns3="http://schemas.openxmlformats.org/drawingml/2006/main" xmlns:ns4="http://schemas.openxmlformats.org/officeDocument/2006/relationships" ns4:id="rIdFullReview0"/>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008B98"/>
                </ns2:solidFill>
                <ns2:latin typeface="Malgun Gothic"/>
                <ns2:ea typeface="Malgun Gothic"/>
                <ns2:cs typeface="Malgun Gothic"/>
              </ns2:rPr>
              <ns2:t>검증 상세 ↗</ns2:t>
            </ns2:r>
          </ns2:p>
        </p:txBody>
      </p:sp>
      <p:sp>
        <p:nvSpPr>
          <p:cNvPr id="9001" name="입력 검증 영상 ↗">
            <a:extLst xmlns:a="http://schemas.openxmlformats.org/drawingml/2006/main">
              <a:ext uri="{FF2B5EF4-FFF2-40B4-BE49-F238E27FC236}">
                <a16:creationId xmlns:a16="http://schemas.microsoft.com/office/drawing/2014/main" id="{626630F7-C5AA-433D-8C5C-A38BD02AC240}"/>
              </a:ext>
            </a:extLst>
            <ns3:hlinkClick xmlns:ns3="http://schemas.openxmlformats.org/drawingml/2006/main" xmlns:ns4="http://schemas.openxmlformats.org/officeDocument/2006/relationships" ns4:id="rIdFullReview1"/>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B65E18"/>
                </ns2:solidFill>
                <ns2:latin typeface="Malgun Gothic"/>
                <ns2:ea typeface="Malgun Gothic"/>
                <ns2:cs typeface="Malgun Gothic"/>
              </ns2:rPr>
              <ns2:t>입력 검증 영상 ↗</ns2:t>
            </ns2:r>
          </ns2:p>
        </p:txBody>
      </p:sp>
    </p:spTree>
    <p:extLst>
      <p:ext uri="{BB962C8B-B14F-4D97-AF65-F5344CB8AC3E}">
        <p14:creationId xmlns:p14="http://schemas.microsoft.com/office/powerpoint/2010/main" val="18882280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rect-409">
            <a:extLst xmlns:a="http://schemas.openxmlformats.org/drawingml/2006/main">
              <a:ext uri="{FF2B5EF4-FFF2-40B4-BE49-F238E27FC236}">
                <a16:creationId xmlns:a16="http://schemas.microsoft.com/office/drawing/2014/main" id="{D2E1A136-D78C-4C8E-A709-21E975B5C053}"/>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410">
            <a:extLst xmlns:a="http://schemas.openxmlformats.org/drawingml/2006/main">
              <a:ext uri="{FF2B5EF4-FFF2-40B4-BE49-F238E27FC236}">
                <a16:creationId xmlns:a16="http://schemas.microsoft.com/office/drawing/2014/main" id="{727488A1-AF14-4CED-B205-A95BFEC2D30B}"/>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411">
            <a:extLst xmlns:a="http://schemas.openxmlformats.org/drawingml/2006/main">
              <a:ext uri="{FF2B5EF4-FFF2-40B4-BE49-F238E27FC236}">
                <a16:creationId xmlns:a16="http://schemas.microsoft.com/office/drawing/2014/main" id="{65C18952-0CA7-41ED-84AF-62189CD19FB5}"/>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필터 입력 오류 · 원인과 수정 (2/3)</a:t>
            </a:r>
          </a:p>
        </p:txBody>
      </p:sp>
      <p:sp>
        <p:nvSpPr>
          <p:cNvPr id="4" name="text-412">
            <a:extLst xmlns:a="http://schemas.openxmlformats.org/drawingml/2006/main">
              <a:ext uri="{FF2B5EF4-FFF2-40B4-BE49-F238E27FC236}">
                <a16:creationId xmlns:a16="http://schemas.microsoft.com/office/drawing/2014/main" id="{968A4165-0C7E-4133-A469-44D2CE000E84}"/>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해결: Enter를 누르면 사라지던 필터 경로 유지</a:t>
            </a:r>
          </a:p>
        </p:txBody>
      </p:sp>
      <p:sp>
        <p:nvSpPr>
          <p:cNvPr id="5" name="text-413">
            <a:extLst xmlns:a="http://schemas.openxmlformats.org/drawingml/2006/main">
              <a:ext uri="{FF2B5EF4-FFF2-40B4-BE49-F238E27FC236}">
                <a16:creationId xmlns:a16="http://schemas.microsoft.com/office/drawing/2014/main" id="{2F39DC51-A67B-49B4-A469-20B00947E90A}"/>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650" b="0">
                <ns2:solidFill>
                  <ns2:srgbClr val="56616B"/>
                </ns2:solidFill>
                <ns2:latin typeface="Malgun Gothic"/>
                <ns2:ea typeface="Malgun Gothic"/>
                <ns2:cs typeface="Malgun Gothic"/>
              </ns2:rPr>
              <ns2:t>Enter 확정 직후 호출된 OnCleared 처리에서 저장 경로를 빈 값으로 덮어썼습니다.</ns2:t>
            </ns2:r>
          </ns2:p>
          <ns3:p xmlns:ns3="http://schemas.openxmlformats.org/drawingml/2006/main">
            <ns3:pPr algn="l">
              <ns3:lnSpc>
                <ns3:spcPct val="100000"/>
              </ns3:lnSpc>
            </ns3:pPr>
            <ns3:r>
              <ns3:rPr sz="1650" b="0">
                <ns3:solidFill>
                  <ns3:srgbClr val="56616B"/>
                </ns3:solidFill>
                <ns3:latin typeface="Malgun Gothic"/>
                <ns3:ea typeface="Malgun Gothic"/>
                <ns3:cs typeface="Malgun Gothic"/>
              </ns3:rPr>
              <ns3:t>OnCleared에서는 저장 경로를 변경하지 않고, Enter·클릭 확정 시 경로를 저장하도록 수정했습니다.</ns3:t>
            </ns3:r>
          </ns3:p>
        </p:txBody>
      </p:sp>
      <p:sp>
        <p:nvSpPr>
          <p:cNvPr id="6" name="text-414">
            <a:extLst xmlns:a="http://schemas.openxmlformats.org/drawingml/2006/main">
              <a:ext uri="{FF2B5EF4-FFF2-40B4-BE49-F238E27FC236}">
                <a16:creationId xmlns:a16="http://schemas.microsoft.com/office/drawing/2014/main" id="{A9932D14-C587-4D7D-9B68-26BAEEA8FEB4}"/>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06 / 15</a:t>
            </a:r>
          </a:p>
        </p:txBody>
      </p:sp>
      <p:sp>
        <p:nvSpPr>
          <p:cNvPr id="7" name="link-415">
            <a:extLst xmlns:a="http://schemas.openxmlformats.org/drawingml/2006/main">
              <a:ext uri="{FF2B5EF4-FFF2-40B4-BE49-F238E27FC236}">
                <a16:creationId xmlns:a16="http://schemas.microsoft.com/office/drawing/2014/main" id="{1BFE462B-0A18-400E-8801-A637F0FF9225}"/>
              </a:ext>
            </a:extLst>
            <ns0:hlinkClick xmlns:ns0="http://schemas.openxmlformats.org/drawingml/2006/main" xmlns:ns1="http://schemas.openxmlformats.org/officeDocument/2006/relationships" ns1:id="rIdLink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416">
            <a:extLst xmlns:a="http://schemas.openxmlformats.org/drawingml/2006/main">
              <a:ext uri="{FF2B5EF4-FFF2-40B4-BE49-F238E27FC236}">
                <a16:creationId xmlns:a16="http://schemas.microsoft.com/office/drawing/2014/main" id="{871EBCC0-B742-45C7-8D5E-39BDF8EE4AF1}"/>
              </a:ext>
            </a:extLst>
          </p:cNvPr>
          <p:cNvSpPr>
            <a:spLocks xmlns:a="http://schemas.openxmlformats.org/drawingml/2006/main" noGrp="1"/>
          </p:cNvSpPr>
          <p:nvPr/>
        </p:nvSpPr>
        <p:spPr>
          <a:xfrm xmlns:a="http://schemas.openxmlformats.org/drawingml/2006/main">
            <a:off x="1562100" y="2095500"/>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① Enter로 확정</a:t>
            </a:r>
          </a:p>
        </p:txBody>
      </p:sp>
      <p:sp>
        <p:nvSpPr>
          <p:cNvPr id="9" name="text-417">
            <a:extLst xmlns:a="http://schemas.openxmlformats.org/drawingml/2006/main">
              <a:ext uri="{FF2B5EF4-FFF2-40B4-BE49-F238E27FC236}">
                <a16:creationId xmlns:a16="http://schemas.microsoft.com/office/drawing/2014/main" id="{5E0EE93C-535D-4BE6-B3E6-EBD827A6D3AF}"/>
              </a:ext>
            </a:extLst>
          </p:cNvPr>
          <p:cNvSpPr>
            <a:spLocks xmlns:a="http://schemas.openxmlformats.org/drawingml/2006/main" noGrp="1"/>
          </p:cNvSpPr>
          <p:nvPr/>
        </p:nvSpPr>
        <p:spPr>
          <a:xfrm xmlns:a="http://schemas.openxmlformats.org/drawingml/2006/main">
            <a:off x="1562100" y="23812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56616B"/>
                </a:solidFill>
                <a:latin typeface="Malgun Gothic"/>
                <a:ea typeface="Malgun Gothic"/>
                <a:cs typeface="Malgun Gothic"/>
              </a:defRPr>
            </a:defPPr>
            <a:lvl1pPr algn="ctr">
              <a:defRPr sz="1200" b="0">
                <a:solidFill>
                  <a:srgbClr val="56616B"/>
                </a:solidFill>
                <a:latin typeface="Malgun Gothic"/>
                <a:ea typeface="Malgun Gothic"/>
                <a:cs typeface="Malgun Gothic"/>
              </a:defRPr>
            </a:lvl1pPr>
            <a:lvl2pPr algn="ctr">
              <a:defRPr sz="1200" b="0">
                <a:solidFill>
                  <a:srgbClr val="56616B"/>
                </a:solidFill>
                <a:latin typeface="Malgun Gothic"/>
                <a:ea typeface="Malgun Gothic"/>
                <a:cs typeface="Malgun Gothic"/>
              </a:defRPr>
            </a:lvl2pPr>
            <a:lvl3pPr algn="ctr">
              <a:defRPr sz="1200" b="0">
                <a:solidFill>
                  <a:srgbClr val="56616B"/>
                </a:solidFill>
                <a:latin typeface="Malgun Gothic"/>
                <a:ea typeface="Malgun Gothic"/>
                <a:cs typeface="Malgun Gothic"/>
              </a:defRPr>
            </a:lvl3pPr>
            <a:lvl4pPr algn="ctr">
              <a:defRPr sz="1200" b="0">
                <a:solidFill>
                  <a:srgbClr val="56616B"/>
                </a:solidFill>
                <a:latin typeface="Malgun Gothic"/>
                <a:ea typeface="Malgun Gothic"/>
                <a:cs typeface="Malgun Gothic"/>
              </a:defRPr>
            </a:lvl4pPr>
            <a:lvl5pPr algn="ctr">
              <a:defRPr sz="1200" b="0">
                <a:solidFill>
                  <a:srgbClr val="56616B"/>
                </a:solidFill>
                <a:latin typeface="Malgun Gothic"/>
                <a:ea typeface="Malgun Gothic"/>
                <a:cs typeface="Malgun Gothic"/>
              </a:defRPr>
            </a:lvl5pPr>
            <a:lvl6pPr algn="ctr">
              <a:defRPr sz="1200" b="0">
                <a:solidFill>
                  <a:srgbClr val="56616B"/>
                </a:solidFill>
                <a:latin typeface="Malgun Gothic"/>
                <a:ea typeface="Malgun Gothic"/>
                <a:cs typeface="Malgun Gothic"/>
              </a:defRPr>
            </a:lvl6pPr>
            <a:lvl7pPr algn="ctr">
              <a:defRPr sz="1200" b="0">
                <a:solidFill>
                  <a:srgbClr val="56616B"/>
                </a:solidFill>
                <a:latin typeface="Malgun Gothic"/>
                <a:ea typeface="Malgun Gothic"/>
                <a:cs typeface="Malgun Gothic"/>
              </a:defRPr>
            </a:lvl7pPr>
            <a:lvl8pPr algn="ctr">
              <a:defRPr sz="1200" b="0">
                <a:solidFill>
                  <a:srgbClr val="56616B"/>
                </a:solidFill>
                <a:latin typeface="Malgun Gothic"/>
                <a:ea typeface="Malgun Gothic"/>
                <a:cs typeface="Malgun Gothic"/>
              </a:defRPr>
            </a:lvl8pPr>
            <a:lvl9pPr algn="ctr">
              <a:defRPr sz="1200" b="0">
                <a:solidFill>
                  <a:srgbClr val="56616B"/>
                </a:solidFill>
                <a:latin typeface="Malgun Gothic"/>
                <a:ea typeface="Malgun Gothic"/>
                <a:cs typeface="Malgun Gothic"/>
              </a:defRPr>
            </a:lvl9pPr>
          </a:lstStyle>
          <a:p xmlns:a="http://schemas.openxmlformats.org/drawingml/2006/main">
            <a:pPr algn="ct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호출 사유: OnEnter</a:t>
            </a:r>
          </a:p>
        </p:txBody>
      </p:sp>
      <p:sp>
        <p:nvSpPr>
          <p:cNvPr id="10" name="text-418">
            <a:extLst xmlns:a="http://schemas.openxmlformats.org/drawingml/2006/main">
              <a:ext uri="{FF2B5EF4-FFF2-40B4-BE49-F238E27FC236}">
                <a16:creationId xmlns:a16="http://schemas.microsoft.com/office/drawing/2014/main" id="{28C386CC-48A8-4E04-8E8C-840AAF4F9F44}"/>
              </a:ext>
            </a:extLst>
          </p:cNvPr>
          <p:cNvSpPr>
            <a:spLocks xmlns:a="http://schemas.openxmlformats.org/drawingml/2006/main" noGrp="1"/>
          </p:cNvSpPr>
          <p:nvPr/>
        </p:nvSpPr>
        <p:spPr>
          <a:xfrm xmlns:a="http://schemas.openxmlformats.org/drawingml/2006/main">
            <a:off x="5048250" y="209550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② 후속 호출</a:t>
            </a:r>
          </a:p>
        </p:txBody>
      </p:sp>
      <p:sp>
        <p:nvSpPr>
          <p:cNvPr id="11" name="text-419">
            <a:extLst xmlns:a="http://schemas.openxmlformats.org/drawingml/2006/main">
              <a:ext uri="{FF2B5EF4-FFF2-40B4-BE49-F238E27FC236}">
                <a16:creationId xmlns:a16="http://schemas.microsoft.com/office/drawing/2014/main" id="{445FEB18-F7AE-485F-8C6F-A162A6F4E07E}"/>
              </a:ext>
            </a:extLst>
          </p:cNvPr>
          <p:cNvSpPr>
            <a:spLocks xmlns:a="http://schemas.openxmlformats.org/drawingml/2006/main" noGrp="1"/>
          </p:cNvSpPr>
          <p:nvPr/>
        </p:nvSpPr>
        <p:spPr>
          <a:xfrm xmlns:a="http://schemas.openxmlformats.org/drawingml/2006/main">
            <a:off x="5048250" y="23812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56616B"/>
                </a:solidFill>
                <a:latin typeface="Malgun Gothic"/>
                <a:ea typeface="Malgun Gothic"/>
                <a:cs typeface="Malgun Gothic"/>
              </a:defRPr>
            </a:defPPr>
            <a:lvl1pPr algn="ctr">
              <a:defRPr sz="1200" b="0">
                <a:solidFill>
                  <a:srgbClr val="56616B"/>
                </a:solidFill>
                <a:latin typeface="Malgun Gothic"/>
                <a:ea typeface="Malgun Gothic"/>
                <a:cs typeface="Malgun Gothic"/>
              </a:defRPr>
            </a:lvl1pPr>
            <a:lvl2pPr algn="ctr">
              <a:defRPr sz="1200" b="0">
                <a:solidFill>
                  <a:srgbClr val="56616B"/>
                </a:solidFill>
                <a:latin typeface="Malgun Gothic"/>
                <a:ea typeface="Malgun Gothic"/>
                <a:cs typeface="Malgun Gothic"/>
              </a:defRPr>
            </a:lvl2pPr>
            <a:lvl3pPr algn="ctr">
              <a:defRPr sz="1200" b="0">
                <a:solidFill>
                  <a:srgbClr val="56616B"/>
                </a:solidFill>
                <a:latin typeface="Malgun Gothic"/>
                <a:ea typeface="Malgun Gothic"/>
                <a:cs typeface="Malgun Gothic"/>
              </a:defRPr>
            </a:lvl3pPr>
            <a:lvl4pPr algn="ctr">
              <a:defRPr sz="1200" b="0">
                <a:solidFill>
                  <a:srgbClr val="56616B"/>
                </a:solidFill>
                <a:latin typeface="Malgun Gothic"/>
                <a:ea typeface="Malgun Gothic"/>
                <a:cs typeface="Malgun Gothic"/>
              </a:defRPr>
            </a:lvl4pPr>
            <a:lvl5pPr algn="ctr">
              <a:defRPr sz="1200" b="0">
                <a:solidFill>
                  <a:srgbClr val="56616B"/>
                </a:solidFill>
                <a:latin typeface="Malgun Gothic"/>
                <a:ea typeface="Malgun Gothic"/>
                <a:cs typeface="Malgun Gothic"/>
              </a:defRPr>
            </a:lvl5pPr>
            <a:lvl6pPr algn="ctr">
              <a:defRPr sz="1200" b="0">
                <a:solidFill>
                  <a:srgbClr val="56616B"/>
                </a:solidFill>
                <a:latin typeface="Malgun Gothic"/>
                <a:ea typeface="Malgun Gothic"/>
                <a:cs typeface="Malgun Gothic"/>
              </a:defRPr>
            </a:lvl6pPr>
            <a:lvl7pPr algn="ctr">
              <a:defRPr sz="1200" b="0">
                <a:solidFill>
                  <a:srgbClr val="56616B"/>
                </a:solidFill>
                <a:latin typeface="Malgun Gothic"/>
                <a:ea typeface="Malgun Gothic"/>
                <a:cs typeface="Malgun Gothic"/>
              </a:defRPr>
            </a:lvl7pPr>
            <a:lvl8pPr algn="ctr">
              <a:defRPr sz="1200" b="0">
                <a:solidFill>
                  <a:srgbClr val="56616B"/>
                </a:solidFill>
                <a:latin typeface="Malgun Gothic"/>
                <a:ea typeface="Malgun Gothic"/>
                <a:cs typeface="Malgun Gothic"/>
              </a:defRPr>
            </a:lvl8pPr>
            <a:lvl9pPr algn="ctr">
              <a:defRPr sz="1200" b="0">
                <a:solidFill>
                  <a:srgbClr val="56616B"/>
                </a:solidFill>
                <a:latin typeface="Malgun Gothic"/>
                <a:ea typeface="Malgun Gothic"/>
                <a:cs typeface="Malgun Gothic"/>
              </a:defRPr>
            </a:lvl9pPr>
          </a:lstStyle>
          <a:p xmlns:a="http://schemas.openxmlformats.org/drawingml/2006/main">
            <a:pPr algn="ct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호출 사유: OnCleared</a:t>
            </a:r>
          </a:p>
        </p:txBody>
      </p:sp>
      <p:sp>
        <p:nvSpPr>
          <p:cNvPr id="12" name="text-420">
            <a:extLst xmlns:a="http://schemas.openxmlformats.org/drawingml/2006/main">
              <a:ext uri="{FF2B5EF4-FFF2-40B4-BE49-F238E27FC236}">
                <a16:creationId xmlns:a16="http://schemas.microsoft.com/office/drawing/2014/main" id="{DF3F49B5-A7CE-4277-A13E-4F51CEBAC699}"/>
              </a:ext>
            </a:extLst>
          </p:cNvPr>
          <p:cNvSpPr>
            <a:spLocks xmlns:a="http://schemas.openxmlformats.org/drawingml/2006/main" noGrp="1"/>
          </p:cNvSpPr>
          <p:nvPr/>
        </p:nvSpPr>
        <p:spPr>
          <a:xfrm xmlns:a="http://schemas.openxmlformats.org/drawingml/2006/main">
            <a:off x="8858250" y="2095500"/>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③ 분석 결과</a:t>
            </a:r>
          </a:p>
        </p:txBody>
      </p:sp>
      <p:sp>
        <p:nvSpPr>
          <p:cNvPr id="13" name="text-421">
            <a:extLst xmlns:a="http://schemas.openxmlformats.org/drawingml/2006/main">
              <a:ext uri="{FF2B5EF4-FFF2-40B4-BE49-F238E27FC236}">
                <a16:creationId xmlns:a16="http://schemas.microsoft.com/office/drawing/2014/main" id="{0529FFAA-200F-45E8-8694-9EB8453D4FB7}"/>
              </a:ext>
            </a:extLst>
          </p:cNvPr>
          <p:cNvSpPr>
            <a:spLocks xmlns:a="http://schemas.openxmlformats.org/drawingml/2006/main" noGrp="1"/>
          </p:cNvSpPr>
          <p:nvPr/>
        </p:nvSpPr>
        <p:spPr>
          <a:xfrm xmlns:a="http://schemas.openxmlformats.org/drawingml/2006/main">
            <a:off x="457200" y="28289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B45F20"/>
                </a:solidFill>
                <a:latin typeface="Malgun Gothic"/>
                <a:ea typeface="Malgun Gothic"/>
                <a:cs typeface="Malgun Gothic"/>
              </a:defRPr>
            </a:defPPr>
            <a:lvl1pPr>
              <a:defRPr sz="1875" b="1">
                <a:solidFill>
                  <a:srgbClr val="B45F20"/>
                </a:solidFill>
                <a:latin typeface="Malgun Gothic"/>
                <a:ea typeface="Malgun Gothic"/>
                <a:cs typeface="Malgun Gothic"/>
              </a:defRPr>
            </a:lvl1pPr>
            <a:lvl2pPr>
              <a:defRPr sz="1875" b="1">
                <a:solidFill>
                  <a:srgbClr val="B45F20"/>
                </a:solidFill>
                <a:latin typeface="Malgun Gothic"/>
                <a:ea typeface="Malgun Gothic"/>
                <a:cs typeface="Malgun Gothic"/>
              </a:defRPr>
            </a:lvl2pPr>
            <a:lvl3pPr>
              <a:defRPr sz="1875" b="1">
                <a:solidFill>
                  <a:srgbClr val="B45F20"/>
                </a:solidFill>
                <a:latin typeface="Malgun Gothic"/>
                <a:ea typeface="Malgun Gothic"/>
                <a:cs typeface="Malgun Gothic"/>
              </a:defRPr>
            </a:lvl3pPr>
            <a:lvl4pPr>
              <a:defRPr sz="1875" b="1">
                <a:solidFill>
                  <a:srgbClr val="B45F20"/>
                </a:solidFill>
                <a:latin typeface="Malgun Gothic"/>
                <a:ea typeface="Malgun Gothic"/>
                <a:cs typeface="Malgun Gothic"/>
              </a:defRPr>
            </a:lvl4pPr>
            <a:lvl5pPr>
              <a:defRPr sz="1875" b="1">
                <a:solidFill>
                  <a:srgbClr val="B45F20"/>
                </a:solidFill>
                <a:latin typeface="Malgun Gothic"/>
                <a:ea typeface="Malgun Gothic"/>
                <a:cs typeface="Malgun Gothic"/>
              </a:defRPr>
            </a:lvl5pPr>
            <a:lvl6pPr>
              <a:defRPr sz="1875" b="1">
                <a:solidFill>
                  <a:srgbClr val="B45F20"/>
                </a:solidFill>
                <a:latin typeface="Malgun Gothic"/>
                <a:ea typeface="Malgun Gothic"/>
                <a:cs typeface="Malgun Gothic"/>
              </a:defRPr>
            </a:lvl6pPr>
            <a:lvl7pPr>
              <a:defRPr sz="1875" b="1">
                <a:solidFill>
                  <a:srgbClr val="B45F20"/>
                </a:solidFill>
                <a:latin typeface="Malgun Gothic"/>
                <a:ea typeface="Malgun Gothic"/>
                <a:cs typeface="Malgun Gothic"/>
              </a:defRPr>
            </a:lvl7pPr>
            <a:lvl8pPr>
              <a:defRPr sz="1875" b="1">
                <a:solidFill>
                  <a:srgbClr val="B45F20"/>
                </a:solidFill>
                <a:latin typeface="Malgun Gothic"/>
                <a:ea typeface="Malgun Gothic"/>
                <a:cs typeface="Malgun Gothic"/>
              </a:defRPr>
            </a:lvl8pPr>
            <a:lvl9pPr>
              <a:defRPr sz="1875" b="1">
                <a:solidFill>
                  <a:srgbClr val="B45F20"/>
                </a:solidFill>
                <a:latin typeface="Malgun Gothic"/>
                <a:ea typeface="Malgun Gothic"/>
                <a:cs typeface="Malgun Gothic"/>
              </a:defRPr>
            </a:lvl9pPr>
          </a:lstStyle>
          <a:p xmlns:a="http://schemas.openxmlformats.org/drawingml/2006/main">
            <a:pPr>
              <a:defRPr sz="1875" b="1">
                <a:solidFill>
                  <a:srgbClr val="B45F20"/>
                </a:solidFill>
                <a:latin typeface="Malgun Gothic"/>
                <a:ea typeface="Malgun Gothic"/>
                <a:cs typeface="Malgun Gothic"/>
              </a:defRPr>
            </a:pPr>
            <a:r>
              <a:rPr sz="1875" b="1">
                <a:solidFill>
                  <a:srgbClr val="B45F20"/>
                </a:solidFill>
                <a:latin typeface="Malgun Gothic"/>
                <a:ea typeface="Malgun Gothic"/>
                <a:cs typeface="Malgun Gothic"/>
              </a:rPr>
              <a:t>수정 전</a:t>
            </a:r>
          </a:p>
        </p:txBody>
      </p:sp>
      <p:sp>
        <p:nvSpPr>
          <p:cNvPr id="14" name="rect-422">
            <a:extLst xmlns:a="http://schemas.openxmlformats.org/drawingml/2006/main">
              <a:ext uri="{FF2B5EF4-FFF2-40B4-BE49-F238E27FC236}">
                <a16:creationId xmlns:a16="http://schemas.microsoft.com/office/drawing/2014/main" id="{84673682-83FB-4B36-B0AF-10371F64EB39}"/>
              </a:ext>
            </a:extLst>
          </p:cNvPr>
          <p:cNvSpPr>
            <a:spLocks xmlns:a="http://schemas.openxmlformats.org/drawingml/2006/main" noGrp="1"/>
          </p:cNvSpPr>
          <p:nvPr/>
        </p:nvSpPr>
        <p:spPr>
          <a:xfrm xmlns:a="http://schemas.openxmlformats.org/drawingml/2006/main">
            <a:off x="1562100" y="2657475"/>
            <a:ext cx="2571750" cy="66675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15" name="text-423">
            <a:extLst xmlns:a="http://schemas.openxmlformats.org/drawingml/2006/main">
              <a:ext uri="{FF2B5EF4-FFF2-40B4-BE49-F238E27FC236}">
                <a16:creationId xmlns:a16="http://schemas.microsoft.com/office/drawing/2014/main" id="{D0FEA94B-82FF-4593-A285-6F40096A8CF4}"/>
              </a:ext>
            </a:extLst>
          </p:cNvPr>
          <p:cNvSpPr>
            <a:spLocks xmlns:a="http://schemas.openxmlformats.org/drawingml/2006/main" noGrp="1"/>
          </p:cNvSpPr>
          <p:nvPr/>
        </p:nvSpPr>
        <p:spPr>
          <a:xfrm xmlns:a="http://schemas.openxmlformats.org/drawingml/2006/main">
            <a:off x="1752600" y="26574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입력 경로 저장</a:t>
            </a:r>
          </a:p>
        </p:txBody>
      </p:sp>
      <p:sp>
        <p:nvSpPr>
          <p:cNvPr id="16" name="arrow-424">
            <a:extLst xmlns:a="http://schemas.openxmlformats.org/drawingml/2006/main">
              <a:ext uri="{FF2B5EF4-FFF2-40B4-BE49-F238E27FC236}">
                <a16:creationId xmlns:a16="http://schemas.microsoft.com/office/drawing/2014/main" id="{A3FDE471-8114-4E3B-8695-4E6F433594AD}"/>
              </a:ext>
            </a:extLst>
          </p:cNvPr>
          <p:cNvSpPr>
            <a:spLocks xmlns:a="http://schemas.openxmlformats.org/drawingml/2006/main" noGrp="1"/>
          </p:cNvSpPr>
          <p:nvPr/>
        </p:nvSpPr>
        <p:spPr>
          <a:xfrm xmlns:a="http://schemas.openxmlformats.org/drawingml/2006/main">
            <a:off x="4476750" y="2924175"/>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17" name="rect-425">
            <a:extLst xmlns:a="http://schemas.openxmlformats.org/drawingml/2006/main">
              <a:ext uri="{FF2B5EF4-FFF2-40B4-BE49-F238E27FC236}">
                <a16:creationId xmlns:a16="http://schemas.microsoft.com/office/drawing/2014/main" id="{3E5E1AAA-FECD-447A-9620-FC125B86267B}"/>
              </a:ext>
            </a:extLst>
          </p:cNvPr>
          <p:cNvSpPr>
            <a:spLocks xmlns:a="http://schemas.openxmlformats.org/drawingml/2006/main" noGrp="1"/>
          </p:cNvSpPr>
          <p:nvPr/>
        </p:nvSpPr>
        <p:spPr>
          <a:xfrm xmlns:a="http://schemas.openxmlformats.org/drawingml/2006/main">
            <a:off x="5048250" y="2657475"/>
            <a:ext cx="2857500" cy="6667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18" name="text-426">
            <a:extLst xmlns:a="http://schemas.openxmlformats.org/drawingml/2006/main">
              <a:ext uri="{FF2B5EF4-FFF2-40B4-BE49-F238E27FC236}">
                <a16:creationId xmlns:a16="http://schemas.microsoft.com/office/drawing/2014/main" id="{643B6232-ABBE-428C-AF6E-C3F33BCDA3B9}"/>
              </a:ext>
            </a:extLst>
          </p:cNvPr>
          <p:cNvSpPr>
            <a:spLocks xmlns:a="http://schemas.openxmlformats.org/drawingml/2006/main" noGrp="1"/>
          </p:cNvSpPr>
          <p:nvPr/>
        </p:nvSpPr>
        <p:spPr>
          <a:xfrm xmlns:a="http://schemas.openxmlformats.org/drawingml/2006/main">
            <a:off x="5238750" y="265747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빈 값으로 덮어씀</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저장 경로 삭제</a:t>
            </a:r>
          </a:p>
        </p:txBody>
      </p:sp>
      <p:sp>
        <p:nvSpPr>
          <p:cNvPr id="19" name="arrow-427">
            <a:extLst xmlns:a="http://schemas.openxmlformats.org/drawingml/2006/main">
              <a:ext uri="{FF2B5EF4-FFF2-40B4-BE49-F238E27FC236}">
                <a16:creationId xmlns:a16="http://schemas.microsoft.com/office/drawing/2014/main" id="{9102CBDE-FCE1-40C4-A49D-1435B7453D24}"/>
              </a:ext>
            </a:extLst>
          </p:cNvPr>
          <p:cNvSpPr>
            <a:spLocks xmlns:a="http://schemas.openxmlformats.org/drawingml/2006/main" noGrp="1"/>
          </p:cNvSpPr>
          <p:nvPr/>
        </p:nvSpPr>
        <p:spPr>
          <a:xfrm xmlns:a="http://schemas.openxmlformats.org/drawingml/2006/main">
            <a:off x="8258175" y="2924175"/>
            <a:ext cx="238125" cy="161925"/>
          </a:xfrm>
          <a:prstGeom xmlns:a="http://schemas.openxmlformats.org/drawingml/2006/main" prst="rightArrow">
            <a:avLst/>
          </a:prstGeom>
          <a:solidFill xmlns:a="http://schemas.openxmlformats.org/drawingml/2006/main">
            <a:srgbClr val="B45F20"/>
          </a:solidFill>
          <a:ln xmlns:a="http://schemas.openxmlformats.org/drawingml/2006/main" w="0">
            <a:noFill/>
          </a:ln>
        </p:spPr>
      </p:sp>
      <p:sp>
        <p:nvSpPr>
          <p:cNvPr id="20" name="rect-428">
            <a:extLst xmlns:a="http://schemas.openxmlformats.org/drawingml/2006/main">
              <a:ext uri="{FF2B5EF4-FFF2-40B4-BE49-F238E27FC236}">
                <a16:creationId xmlns:a16="http://schemas.microsoft.com/office/drawing/2014/main" id="{A934698B-635F-4280-9B8C-F2A595355111}"/>
              </a:ext>
            </a:extLst>
          </p:cNvPr>
          <p:cNvSpPr>
            <a:spLocks xmlns:a="http://schemas.openxmlformats.org/drawingml/2006/main" noGrp="1"/>
          </p:cNvSpPr>
          <p:nvPr/>
        </p:nvSpPr>
        <p:spPr>
          <a:xfrm xmlns:a="http://schemas.openxmlformats.org/drawingml/2006/main">
            <a:off x="8858250" y="2657475"/>
            <a:ext cx="2876550" cy="666750"/>
          </a:xfrm>
          <a:prstGeom xmlns:a="http://schemas.openxmlformats.org/drawingml/2006/main" prst="rect">
            <a:avLst/>
          </a:prstGeom>
          <a:solidFill xmlns:a="http://schemas.openxmlformats.org/drawingml/2006/main">
            <a:srgbClr val="FBF2E5"/>
          </a:solidFill>
          <a:ln xmlns:a="http://schemas.openxmlformats.org/drawingml/2006/main" w="7620">
            <a:solidFill>
              <a:srgbClr val="CBDDE1"/>
            </a:solidFill>
          </a:ln>
        </p:spPr>
      </p:sp>
      <p:sp>
        <p:nvSpPr>
          <p:cNvPr id="21" name="text-429">
            <a:extLst xmlns:a="http://schemas.openxmlformats.org/drawingml/2006/main">
              <a:ext uri="{FF2B5EF4-FFF2-40B4-BE49-F238E27FC236}">
                <a16:creationId xmlns:a16="http://schemas.microsoft.com/office/drawing/2014/main" id="{4B7CB731-AC90-4A87-AEFC-A2AE15EE29F9}"/>
              </a:ext>
            </a:extLst>
          </p:cNvPr>
          <p:cNvSpPr>
            <a:spLocks xmlns:a="http://schemas.openxmlformats.org/drawingml/2006/main" noGrp="1"/>
          </p:cNvSpPr>
          <p:nvPr/>
        </p:nvSpPr>
        <p:spPr>
          <a:xfrm xmlns:a="http://schemas.openxmlformats.org/drawingml/2006/main">
            <a:off x="9048750" y="265747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B45F20"/>
                </a:solidFill>
                <a:latin typeface="Malgun Gothic"/>
                <a:ea typeface="Malgun Gothic"/>
                <a:cs typeface="Malgun Gothic"/>
              </a:defRPr>
            </a:defPPr>
            <a:lvl1pPr algn="ctr">
              <a:defRPr sz="1650" b="1">
                <a:solidFill>
                  <a:srgbClr val="B45F20"/>
                </a:solidFill>
                <a:latin typeface="Malgun Gothic"/>
                <a:ea typeface="Malgun Gothic"/>
                <a:cs typeface="Malgun Gothic"/>
              </a:defRPr>
            </a:lvl1pPr>
            <a:lvl2pPr algn="ctr">
              <a:defRPr sz="1650" b="1">
                <a:solidFill>
                  <a:srgbClr val="B45F20"/>
                </a:solidFill>
                <a:latin typeface="Malgun Gothic"/>
                <a:ea typeface="Malgun Gothic"/>
                <a:cs typeface="Malgun Gothic"/>
              </a:defRPr>
            </a:lvl2pPr>
            <a:lvl3pPr algn="ctr">
              <a:defRPr sz="1650" b="1">
                <a:solidFill>
                  <a:srgbClr val="B45F20"/>
                </a:solidFill>
                <a:latin typeface="Malgun Gothic"/>
                <a:ea typeface="Malgun Gothic"/>
                <a:cs typeface="Malgun Gothic"/>
              </a:defRPr>
            </a:lvl3pPr>
            <a:lvl4pPr algn="ctr">
              <a:defRPr sz="1650" b="1">
                <a:solidFill>
                  <a:srgbClr val="B45F20"/>
                </a:solidFill>
                <a:latin typeface="Malgun Gothic"/>
                <a:ea typeface="Malgun Gothic"/>
                <a:cs typeface="Malgun Gothic"/>
              </a:defRPr>
            </a:lvl4pPr>
            <a:lvl5pPr algn="ctr">
              <a:defRPr sz="1650" b="1">
                <a:solidFill>
                  <a:srgbClr val="B45F20"/>
                </a:solidFill>
                <a:latin typeface="Malgun Gothic"/>
                <a:ea typeface="Malgun Gothic"/>
                <a:cs typeface="Malgun Gothic"/>
              </a:defRPr>
            </a:lvl5pPr>
            <a:lvl6pPr algn="ctr">
              <a:defRPr sz="1650" b="1">
                <a:solidFill>
                  <a:srgbClr val="B45F20"/>
                </a:solidFill>
                <a:latin typeface="Malgun Gothic"/>
                <a:ea typeface="Malgun Gothic"/>
                <a:cs typeface="Malgun Gothic"/>
              </a:defRPr>
            </a:lvl6pPr>
            <a:lvl7pPr algn="ctr">
              <a:defRPr sz="1650" b="1">
                <a:solidFill>
                  <a:srgbClr val="B45F20"/>
                </a:solidFill>
                <a:latin typeface="Malgun Gothic"/>
                <a:ea typeface="Malgun Gothic"/>
                <a:cs typeface="Malgun Gothic"/>
              </a:defRPr>
            </a:lvl7pPr>
            <a:lvl8pPr algn="ctr">
              <a:defRPr sz="1650" b="1">
                <a:solidFill>
                  <a:srgbClr val="B45F20"/>
                </a:solidFill>
                <a:latin typeface="Malgun Gothic"/>
                <a:ea typeface="Malgun Gothic"/>
                <a:cs typeface="Malgun Gothic"/>
              </a:defRPr>
            </a:lvl8pPr>
            <a:lvl9pPr algn="ctr">
              <a:defRPr sz="1650" b="1">
                <a:solidFill>
                  <a:srgbClr val="B45F20"/>
                </a:solidFill>
                <a:latin typeface="Malgun Gothic"/>
                <a:ea typeface="Malgun Gothic"/>
                <a:cs typeface="Malgun Gothic"/>
              </a:defRPr>
            </a:lvl9pPr>
          </a:lstStyle>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필터가 풀림</a:t>
            </a:r>
          </a:p>
          <a:p xmlns:a="http://schemas.openxmlformats.org/drawingml/2006/main">
            <a:pPr algn="ctr">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지정 밖 항목까지 조회</a:t>
            </a:r>
          </a:p>
        </p:txBody>
      </p:sp>
      <p:sp>
        <p:nvSpPr>
          <p:cNvPr id="22" name="text-430">
            <a:extLst xmlns:a="http://schemas.openxmlformats.org/drawingml/2006/main">
              <a:ext uri="{FF2B5EF4-FFF2-40B4-BE49-F238E27FC236}">
                <a16:creationId xmlns:a16="http://schemas.microsoft.com/office/drawing/2014/main" id="{CF93F50E-57B5-4360-A81A-8BC4F3C05E00}"/>
              </a:ext>
            </a:extLst>
          </p:cNvPr>
          <p:cNvSpPr>
            <a:spLocks xmlns:a="http://schemas.openxmlformats.org/drawingml/2006/main" noGrp="1"/>
          </p:cNvSpPr>
          <p:nvPr/>
        </p:nvSpPr>
        <p:spPr>
          <a:xfrm xmlns:a="http://schemas.openxmlformats.org/drawingml/2006/main">
            <a:off x="457200" y="38385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수정 후</a:t>
            </a:r>
          </a:p>
        </p:txBody>
      </p:sp>
      <p:sp>
        <p:nvSpPr>
          <p:cNvPr id="23" name="rect-431">
            <a:extLst xmlns:a="http://schemas.openxmlformats.org/drawingml/2006/main">
              <a:ext uri="{FF2B5EF4-FFF2-40B4-BE49-F238E27FC236}">
                <a16:creationId xmlns:a16="http://schemas.microsoft.com/office/drawing/2014/main" id="{91136B9E-EDF8-453A-8473-D3D4DFEA22DC}"/>
              </a:ext>
            </a:extLst>
          </p:cNvPr>
          <p:cNvSpPr>
            <a:spLocks xmlns:a="http://schemas.openxmlformats.org/drawingml/2006/main" noGrp="1"/>
          </p:cNvSpPr>
          <p:nvPr/>
        </p:nvSpPr>
        <p:spPr>
          <a:xfrm xmlns:a="http://schemas.openxmlformats.org/drawingml/2006/main">
            <a:off x="1562100" y="3667125"/>
            <a:ext cx="2571750" cy="666750"/>
          </a:xfrm>
          <a:prstGeom xmlns:a="http://schemas.openxmlformats.org/drawingml/2006/main" prst="rect">
            <a:avLst/>
          </a:prstGeom>
          <a:solidFill xmlns:a="http://schemas.openxmlformats.org/drawingml/2006/main">
            <a:srgbClr val="F3F4F5"/>
          </a:solidFill>
          <a:ln xmlns:a="http://schemas.openxmlformats.org/drawingml/2006/main" w="7620">
            <a:solidFill>
              <a:srgbClr val="CBDDE1"/>
            </a:solidFill>
          </a:ln>
        </p:spPr>
      </p:sp>
      <p:sp>
        <p:nvSpPr>
          <p:cNvPr id="24" name="text-432">
            <a:extLst xmlns:a="http://schemas.openxmlformats.org/drawingml/2006/main">
              <a:ext uri="{FF2B5EF4-FFF2-40B4-BE49-F238E27FC236}">
                <a16:creationId xmlns:a16="http://schemas.microsoft.com/office/drawing/2014/main" id="{2C653929-58D5-4B3A-82BD-04E7AEC32446}"/>
              </a:ext>
            </a:extLst>
          </p:cNvPr>
          <p:cNvSpPr>
            <a:spLocks xmlns:a="http://schemas.openxmlformats.org/drawingml/2006/main" noGrp="1"/>
          </p:cNvSpPr>
          <p:nvPr/>
        </p:nvSpPr>
        <p:spPr>
          <a:xfrm xmlns:a="http://schemas.openxmlformats.org/drawingml/2006/main">
            <a:off x="1752600" y="36671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83440"/>
                </a:solidFill>
                <a:latin typeface="Malgun Gothic"/>
                <a:ea typeface="Malgun Gothic"/>
                <a:cs typeface="Malgun Gothic"/>
              </a:defRPr>
            </a:defPPr>
            <a:lvl1pPr algn="ctr">
              <a:defRPr sz="1650" b="1">
                <a:solidFill>
                  <a:srgbClr val="183440"/>
                </a:solidFill>
                <a:latin typeface="Malgun Gothic"/>
                <a:ea typeface="Malgun Gothic"/>
                <a:cs typeface="Malgun Gothic"/>
              </a:defRPr>
            </a:lvl1pPr>
            <a:lvl2pPr algn="ctr">
              <a:defRPr sz="1650" b="1">
                <a:solidFill>
                  <a:srgbClr val="183440"/>
                </a:solidFill>
                <a:latin typeface="Malgun Gothic"/>
                <a:ea typeface="Malgun Gothic"/>
                <a:cs typeface="Malgun Gothic"/>
              </a:defRPr>
            </a:lvl2pPr>
            <a:lvl3pPr algn="ctr">
              <a:defRPr sz="1650" b="1">
                <a:solidFill>
                  <a:srgbClr val="183440"/>
                </a:solidFill>
                <a:latin typeface="Malgun Gothic"/>
                <a:ea typeface="Malgun Gothic"/>
                <a:cs typeface="Malgun Gothic"/>
              </a:defRPr>
            </a:lvl3pPr>
            <a:lvl4pPr algn="ctr">
              <a:defRPr sz="1650" b="1">
                <a:solidFill>
                  <a:srgbClr val="183440"/>
                </a:solidFill>
                <a:latin typeface="Malgun Gothic"/>
                <a:ea typeface="Malgun Gothic"/>
                <a:cs typeface="Malgun Gothic"/>
              </a:defRPr>
            </a:lvl4pPr>
            <a:lvl5pPr algn="ctr">
              <a:defRPr sz="1650" b="1">
                <a:solidFill>
                  <a:srgbClr val="183440"/>
                </a:solidFill>
                <a:latin typeface="Malgun Gothic"/>
                <a:ea typeface="Malgun Gothic"/>
                <a:cs typeface="Malgun Gothic"/>
              </a:defRPr>
            </a:lvl5pPr>
            <a:lvl6pPr algn="ctr">
              <a:defRPr sz="1650" b="1">
                <a:solidFill>
                  <a:srgbClr val="183440"/>
                </a:solidFill>
                <a:latin typeface="Malgun Gothic"/>
                <a:ea typeface="Malgun Gothic"/>
                <a:cs typeface="Malgun Gothic"/>
              </a:defRPr>
            </a:lvl6pPr>
            <a:lvl7pPr algn="ctr">
              <a:defRPr sz="1650" b="1">
                <a:solidFill>
                  <a:srgbClr val="183440"/>
                </a:solidFill>
                <a:latin typeface="Malgun Gothic"/>
                <a:ea typeface="Malgun Gothic"/>
                <a:cs typeface="Malgun Gothic"/>
              </a:defRPr>
            </a:lvl7pPr>
            <a:lvl8pPr algn="ctr">
              <a:defRPr sz="1650" b="1">
                <a:solidFill>
                  <a:srgbClr val="183440"/>
                </a:solidFill>
                <a:latin typeface="Malgun Gothic"/>
                <a:ea typeface="Malgun Gothic"/>
                <a:cs typeface="Malgun Gothic"/>
              </a:defRPr>
            </a:lvl8pPr>
            <a:lvl9pPr algn="ctr">
              <a:defRPr sz="1650" b="1">
                <a:solidFill>
                  <a:srgbClr val="183440"/>
                </a:solidFill>
                <a:latin typeface="Malgun Gothic"/>
                <a:ea typeface="Malgun Gothic"/>
                <a:cs typeface="Malgun Gothic"/>
              </a:defRPr>
            </a:lvl9pPr>
          </a:lstStyle>
          <a:p xmlns:a="http://schemas.openxmlformats.org/drawingml/2006/main">
            <a:pPr algn="ct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입력 경로 저장</a:t>
            </a:r>
          </a:p>
        </p:txBody>
      </p:sp>
      <p:sp>
        <p:nvSpPr>
          <p:cNvPr id="25" name="arrow-433">
            <a:extLst xmlns:a="http://schemas.openxmlformats.org/drawingml/2006/main">
              <a:ext uri="{FF2B5EF4-FFF2-40B4-BE49-F238E27FC236}">
                <a16:creationId xmlns:a16="http://schemas.microsoft.com/office/drawing/2014/main" id="{93D2A8C8-354C-4988-BB06-28D9DF9E9096}"/>
              </a:ext>
            </a:extLst>
          </p:cNvPr>
          <p:cNvSpPr>
            <a:spLocks xmlns:a="http://schemas.openxmlformats.org/drawingml/2006/main" noGrp="1"/>
          </p:cNvSpPr>
          <p:nvPr/>
        </p:nvSpPr>
        <p:spPr>
          <a:xfrm xmlns:a="http://schemas.openxmlformats.org/drawingml/2006/main">
            <a:off x="4476750" y="3933825"/>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6" name="rect-434">
            <a:extLst xmlns:a="http://schemas.openxmlformats.org/drawingml/2006/main">
              <a:ext uri="{FF2B5EF4-FFF2-40B4-BE49-F238E27FC236}">
                <a16:creationId xmlns:a16="http://schemas.microsoft.com/office/drawing/2014/main" id="{CA8EA079-01EF-40E9-987E-07A59A94A38E}"/>
              </a:ext>
            </a:extLst>
          </p:cNvPr>
          <p:cNvSpPr>
            <a:spLocks xmlns:a="http://schemas.openxmlformats.org/drawingml/2006/main" noGrp="1"/>
          </p:cNvSpPr>
          <p:nvPr/>
        </p:nvSpPr>
        <p:spPr>
          <a:xfrm xmlns:a="http://schemas.openxmlformats.org/drawingml/2006/main">
            <a:off x="5048250" y="3667125"/>
            <a:ext cx="2857500" cy="6667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27" name="text-435">
            <a:extLst xmlns:a="http://schemas.openxmlformats.org/drawingml/2006/main">
              <a:ext uri="{FF2B5EF4-FFF2-40B4-BE49-F238E27FC236}">
                <a16:creationId xmlns:a16="http://schemas.microsoft.com/office/drawing/2014/main" id="{BB9AF77C-B26F-49E9-A6CA-4AAC681B5BB8}"/>
              </a:ext>
            </a:extLst>
          </p:cNvPr>
          <p:cNvSpPr>
            <a:spLocks xmlns:a="http://schemas.openxmlformats.org/drawingml/2006/main" noGrp="1"/>
          </p:cNvSpPr>
          <p:nvPr/>
        </p:nvSpPr>
        <p:spPr>
          <a:xfrm xmlns:a="http://schemas.openxmlformats.org/drawingml/2006/main">
            <a:off x="5238750" y="36671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저장 건너뛰기</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입력 경로 유지</a:t>
            </a:r>
          </a:p>
        </p:txBody>
      </p:sp>
      <p:sp>
        <p:nvSpPr>
          <p:cNvPr id="28" name="arrow-436">
            <a:extLst xmlns:a="http://schemas.openxmlformats.org/drawingml/2006/main">
              <a:ext uri="{FF2B5EF4-FFF2-40B4-BE49-F238E27FC236}">
                <a16:creationId xmlns:a16="http://schemas.microsoft.com/office/drawing/2014/main" id="{8D0BA315-0BA9-4BC1-A6E6-AED72BE28492}"/>
              </a:ext>
            </a:extLst>
          </p:cNvPr>
          <p:cNvSpPr>
            <a:spLocks xmlns:a="http://schemas.openxmlformats.org/drawingml/2006/main" noGrp="1"/>
          </p:cNvSpPr>
          <p:nvPr/>
        </p:nvSpPr>
        <p:spPr>
          <a:xfrm xmlns:a="http://schemas.openxmlformats.org/drawingml/2006/main">
            <a:off x="8258175" y="3933825"/>
            <a:ext cx="238125" cy="161925"/>
          </a:xfrm>
          <a:prstGeom xmlns:a="http://schemas.openxmlformats.org/drawingml/2006/main" prst="rightArrow">
            <a:avLst/>
          </a:prstGeom>
          <a:solidFill xmlns:a="http://schemas.openxmlformats.org/drawingml/2006/main">
            <a:srgbClr val="008D98"/>
          </a:solidFill>
          <a:ln xmlns:a="http://schemas.openxmlformats.org/drawingml/2006/main" w="0">
            <a:noFill/>
          </a:ln>
        </p:spPr>
      </p:sp>
      <p:sp>
        <p:nvSpPr>
          <p:cNvPr id="29" name="rect-437">
            <a:extLst xmlns:a="http://schemas.openxmlformats.org/drawingml/2006/main">
              <a:ext uri="{FF2B5EF4-FFF2-40B4-BE49-F238E27FC236}">
                <a16:creationId xmlns:a16="http://schemas.microsoft.com/office/drawing/2014/main" id="{7EBE6311-624B-452A-92B3-8D670CC3ADBF}"/>
              </a:ext>
            </a:extLst>
          </p:cNvPr>
          <p:cNvSpPr>
            <a:spLocks xmlns:a="http://schemas.openxmlformats.org/drawingml/2006/main" noGrp="1"/>
          </p:cNvSpPr>
          <p:nvPr/>
        </p:nvSpPr>
        <p:spPr>
          <a:xfrm xmlns:a="http://schemas.openxmlformats.org/drawingml/2006/main">
            <a:off x="8858250" y="3667125"/>
            <a:ext cx="2876550" cy="666750"/>
          </a:xfrm>
          <a:prstGeom xmlns:a="http://schemas.openxmlformats.org/drawingml/2006/main" prst="rect">
            <a:avLst/>
          </a:prstGeom>
          <a:solidFill xmlns:a="http://schemas.openxmlformats.org/drawingml/2006/main">
            <a:srgbClr val="EDF6F6"/>
          </a:solidFill>
          <a:ln xmlns:a="http://schemas.openxmlformats.org/drawingml/2006/main" w="7620">
            <a:solidFill>
              <a:srgbClr val="CBDDE1"/>
            </a:solidFill>
          </a:ln>
        </p:spPr>
      </p:sp>
      <p:sp>
        <p:nvSpPr>
          <p:cNvPr id="30" name="text-438">
            <a:extLst xmlns:a="http://schemas.openxmlformats.org/drawingml/2006/main">
              <a:ext uri="{FF2B5EF4-FFF2-40B4-BE49-F238E27FC236}">
                <a16:creationId xmlns:a16="http://schemas.microsoft.com/office/drawing/2014/main" id="{29394819-D89E-453E-B8E4-3A8324714F1A}"/>
              </a:ext>
            </a:extLst>
          </p:cNvPr>
          <p:cNvSpPr>
            <a:spLocks xmlns:a="http://schemas.openxmlformats.org/drawingml/2006/main" noGrp="1"/>
          </p:cNvSpPr>
          <p:nvPr/>
        </p:nvSpPr>
        <p:spPr>
          <a:xfrm xmlns:a="http://schemas.openxmlformats.org/drawingml/2006/main">
            <a:off x="9048750" y="366712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008D98"/>
                </a:solidFill>
                <a:latin typeface="Malgun Gothic"/>
                <a:ea typeface="Malgun Gothic"/>
                <a:cs typeface="Malgun Gothic"/>
              </a:defRPr>
            </a:defPPr>
            <a:lvl1pPr algn="ctr">
              <a:defRPr sz="1650" b="1">
                <a:solidFill>
                  <a:srgbClr val="008D98"/>
                </a:solidFill>
                <a:latin typeface="Malgun Gothic"/>
                <a:ea typeface="Malgun Gothic"/>
                <a:cs typeface="Malgun Gothic"/>
              </a:defRPr>
            </a:lvl1pPr>
            <a:lvl2pPr algn="ctr">
              <a:defRPr sz="1650" b="1">
                <a:solidFill>
                  <a:srgbClr val="008D98"/>
                </a:solidFill>
                <a:latin typeface="Malgun Gothic"/>
                <a:ea typeface="Malgun Gothic"/>
                <a:cs typeface="Malgun Gothic"/>
              </a:defRPr>
            </a:lvl2pPr>
            <a:lvl3pPr algn="ctr">
              <a:defRPr sz="1650" b="1">
                <a:solidFill>
                  <a:srgbClr val="008D98"/>
                </a:solidFill>
                <a:latin typeface="Malgun Gothic"/>
                <a:ea typeface="Malgun Gothic"/>
                <a:cs typeface="Malgun Gothic"/>
              </a:defRPr>
            </a:lvl3pPr>
            <a:lvl4pPr algn="ctr">
              <a:defRPr sz="1650" b="1">
                <a:solidFill>
                  <a:srgbClr val="008D98"/>
                </a:solidFill>
                <a:latin typeface="Malgun Gothic"/>
                <a:ea typeface="Malgun Gothic"/>
                <a:cs typeface="Malgun Gothic"/>
              </a:defRPr>
            </a:lvl4pPr>
            <a:lvl5pPr algn="ctr">
              <a:defRPr sz="1650" b="1">
                <a:solidFill>
                  <a:srgbClr val="008D98"/>
                </a:solidFill>
                <a:latin typeface="Malgun Gothic"/>
                <a:ea typeface="Malgun Gothic"/>
                <a:cs typeface="Malgun Gothic"/>
              </a:defRPr>
            </a:lvl5pPr>
            <a:lvl6pPr algn="ctr">
              <a:defRPr sz="1650" b="1">
                <a:solidFill>
                  <a:srgbClr val="008D98"/>
                </a:solidFill>
                <a:latin typeface="Malgun Gothic"/>
                <a:ea typeface="Malgun Gothic"/>
                <a:cs typeface="Malgun Gothic"/>
              </a:defRPr>
            </a:lvl6pPr>
            <a:lvl7pPr algn="ctr">
              <a:defRPr sz="1650" b="1">
                <a:solidFill>
                  <a:srgbClr val="008D98"/>
                </a:solidFill>
                <a:latin typeface="Malgun Gothic"/>
                <a:ea typeface="Malgun Gothic"/>
                <a:cs typeface="Malgun Gothic"/>
              </a:defRPr>
            </a:lvl7pPr>
            <a:lvl8pPr algn="ctr">
              <a:defRPr sz="1650" b="1">
                <a:solidFill>
                  <a:srgbClr val="008D98"/>
                </a:solidFill>
                <a:latin typeface="Malgun Gothic"/>
                <a:ea typeface="Malgun Gothic"/>
                <a:cs typeface="Malgun Gothic"/>
              </a:defRPr>
            </a:lvl8pPr>
            <a:lvl9pPr algn="ctr">
              <a:defRPr sz="1650" b="1">
                <a:solidFill>
                  <a:srgbClr val="008D98"/>
                </a:solidFill>
                <a:latin typeface="Malgun Gothic"/>
                <a:ea typeface="Malgun Gothic"/>
                <a:cs typeface="Malgun Gothic"/>
              </a:defRPr>
            </a:lvl9pPr>
          </a:lstStyle>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필터 적용 유지</a:t>
            </a:r>
          </a:p>
          <a:p xmlns:a="http://schemas.openxmlformats.org/drawingml/2006/main">
            <a:pPr algn="ctr">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지정 범위로 조회</a:t>
            </a:r>
          </a:p>
        </p:txBody>
      </p:sp>
      <p:sp>
        <p:nvSpPr>
          <p:cNvPr id="31" name="rect-439">
            <a:extLst xmlns:a="http://schemas.openxmlformats.org/drawingml/2006/main">
              <a:ext uri="{FF2B5EF4-FFF2-40B4-BE49-F238E27FC236}">
                <a16:creationId xmlns:a16="http://schemas.microsoft.com/office/drawing/2014/main" id="{3F56FF4A-9374-445D-8380-E8983D08AE29}"/>
              </a:ext>
            </a:extLst>
          </p:cNvPr>
          <p:cNvSpPr>
            <a:spLocks xmlns:a="http://schemas.openxmlformats.org/drawingml/2006/main" noGrp="1"/>
          </p:cNvSpPr>
          <p:nvPr/>
        </p:nvSpPr>
        <p:spPr>
          <a:xfrm xmlns:a="http://schemas.openxmlformats.org/drawingml/2006/main">
            <a:off x="457200" y="4638675"/>
            <a:ext cx="11277600" cy="1190625"/>
          </a:xfrm>
          <a:prstGeom xmlns:a="http://schemas.openxmlformats.org/drawingml/2006/main" prst="rect">
            <a:avLst/>
          </a:prstGeom>
          <a:solidFill xmlns:a="http://schemas.openxmlformats.org/drawingml/2006/main">
            <a:srgbClr val="FFFFFF"/>
          </a:solidFill>
          <a:ln xmlns:a="http://schemas.openxmlformats.org/drawingml/2006/main" w="7620">
            <a:solidFill>
              <a:srgbClr val="CBDDE1"/>
            </a:solidFill>
          </a:ln>
        </p:spPr>
      </p:sp>
      <p:sp>
        <p:nvSpPr>
          <p:cNvPr id="32" name="rect-440">
            <a:extLst xmlns:a="http://schemas.openxmlformats.org/drawingml/2006/main">
              <a:ext uri="{FF2B5EF4-FFF2-40B4-BE49-F238E27FC236}">
                <a16:creationId xmlns:a16="http://schemas.microsoft.com/office/drawing/2014/main" id="{924F35FE-36C4-42DA-9298-D0E9A199B7B2}"/>
              </a:ext>
            </a:extLst>
          </p:cNvPr>
          <p:cNvSpPr>
            <a:spLocks xmlns:a="http://schemas.openxmlformats.org/drawingml/2006/main" noGrp="1"/>
          </p:cNvSpPr>
          <p:nvPr/>
        </p:nvSpPr>
        <p:spPr>
          <a:xfrm xmlns:a="http://schemas.openxmlformats.org/drawingml/2006/main">
            <a:off x="4210050" y="4819650"/>
            <a:ext cx="9525" cy="83820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3" name="rect-441">
            <a:extLst xmlns:a="http://schemas.openxmlformats.org/drawingml/2006/main">
              <a:ext uri="{FF2B5EF4-FFF2-40B4-BE49-F238E27FC236}">
                <a16:creationId xmlns:a16="http://schemas.microsoft.com/office/drawing/2014/main" id="{598C4624-11BA-4601-AFDB-BD4B467373E7}"/>
              </a:ext>
            </a:extLst>
          </p:cNvPr>
          <p:cNvSpPr>
            <a:spLocks xmlns:a="http://schemas.openxmlformats.org/drawingml/2006/main" noGrp="1"/>
          </p:cNvSpPr>
          <p:nvPr/>
        </p:nvSpPr>
        <p:spPr>
          <a:xfrm xmlns:a="http://schemas.openxmlformats.org/drawingml/2006/main">
            <a:off x="7981950" y="4819650"/>
            <a:ext cx="9525" cy="83820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4" name="text-442">
            <a:extLst xmlns:a="http://schemas.openxmlformats.org/drawingml/2006/main">
              <a:ext uri="{FF2B5EF4-FFF2-40B4-BE49-F238E27FC236}">
                <a16:creationId xmlns:a16="http://schemas.microsoft.com/office/drawing/2014/main" id="{E74317DC-C6BC-41EB-ACCA-2BCEA315C3D0}"/>
              </a:ext>
            </a:extLst>
          </p:cNvPr>
          <p:cNvSpPr>
            <a:spLocks xmlns:a="http://schemas.openxmlformats.org/drawingml/2006/main" noGrp="1"/>
          </p:cNvSpPr>
          <p:nvPr/>
        </p:nvSpPr>
        <p:spPr>
          <a:xfrm xmlns:a="http://schemas.openxmlformats.org/drawingml/2006/main">
            <a:off x="628650" y="4810125"/>
            <a:ext cx="3390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사용자 제공 로그</a:t>
            </a:r>
          </a:p>
        </p:txBody>
      </p:sp>
      <p:sp>
        <p:nvSpPr>
          <p:cNvPr id="35" name="text-443">
            <a:extLst xmlns:a="http://schemas.openxmlformats.org/drawingml/2006/main">
              <a:ext uri="{FF2B5EF4-FFF2-40B4-BE49-F238E27FC236}">
                <a16:creationId xmlns:a16="http://schemas.microsoft.com/office/drawing/2014/main" id="{4F65C097-4B8D-48DF-AEF8-BB5C3F6A5F81}"/>
              </a:ext>
            </a:extLst>
          </p:cNvPr>
          <p:cNvSpPr>
            <a:spLocks xmlns:a="http://schemas.openxmlformats.org/drawingml/2006/main" noGrp="1"/>
          </p:cNvSpPr>
          <p:nvPr/>
        </p:nvSpPr>
        <p:spPr>
          <a:xfrm xmlns:a="http://schemas.openxmlformats.org/drawingml/2006/main">
            <a:off x="4400550" y="4810125"/>
            <a:ext cx="3390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수정 전 코드</a:t>
            </a:r>
          </a:p>
        </p:txBody>
      </p:sp>
      <p:sp>
        <p:nvSpPr>
          <p:cNvPr id="36" name="text-444">
            <a:extLst xmlns:a="http://schemas.openxmlformats.org/drawingml/2006/main">
              <a:ext uri="{FF2B5EF4-FFF2-40B4-BE49-F238E27FC236}">
                <a16:creationId xmlns:a16="http://schemas.microsoft.com/office/drawing/2014/main" id="{FC40A978-F1DE-40B0-85E4-BA949690D369}"/>
              </a:ext>
            </a:extLst>
          </p:cNvPr>
          <p:cNvSpPr>
            <a:spLocks xmlns:a="http://schemas.openxmlformats.org/drawingml/2006/main" noGrp="1"/>
          </p:cNvSpPr>
          <p:nvPr/>
        </p:nvSpPr>
        <p:spPr>
          <a:xfrm xmlns:a="http://schemas.openxmlformats.org/drawingml/2006/main">
            <a:off x="8172450" y="4810125"/>
            <a:ext cx="3390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183440"/>
                </a:solidFill>
                <a:latin typeface="Malgun Gothic"/>
                <a:ea typeface="Malgun Gothic"/>
                <a:cs typeface="Malgun Gothic"/>
              </a:defRPr>
            </a:defPPr>
            <a:lvl1pPr>
              <a:defRPr sz="1350" b="1">
                <a:solidFill>
                  <a:srgbClr val="183440"/>
                </a:solidFill>
                <a:latin typeface="Malgun Gothic"/>
                <a:ea typeface="Malgun Gothic"/>
                <a:cs typeface="Malgun Gothic"/>
              </a:defRPr>
            </a:lvl1pPr>
            <a:lvl2pPr>
              <a:defRPr sz="1350" b="1">
                <a:solidFill>
                  <a:srgbClr val="183440"/>
                </a:solidFill>
                <a:latin typeface="Malgun Gothic"/>
                <a:ea typeface="Malgun Gothic"/>
                <a:cs typeface="Malgun Gothic"/>
              </a:defRPr>
            </a:lvl2pPr>
            <a:lvl3pPr>
              <a:defRPr sz="1350" b="1">
                <a:solidFill>
                  <a:srgbClr val="183440"/>
                </a:solidFill>
                <a:latin typeface="Malgun Gothic"/>
                <a:ea typeface="Malgun Gothic"/>
                <a:cs typeface="Malgun Gothic"/>
              </a:defRPr>
            </a:lvl3pPr>
            <a:lvl4pPr>
              <a:defRPr sz="1350" b="1">
                <a:solidFill>
                  <a:srgbClr val="183440"/>
                </a:solidFill>
                <a:latin typeface="Malgun Gothic"/>
                <a:ea typeface="Malgun Gothic"/>
                <a:cs typeface="Malgun Gothic"/>
              </a:defRPr>
            </a:lvl4pPr>
            <a:lvl5pPr>
              <a:defRPr sz="1350" b="1">
                <a:solidFill>
                  <a:srgbClr val="183440"/>
                </a:solidFill>
                <a:latin typeface="Malgun Gothic"/>
                <a:ea typeface="Malgun Gothic"/>
                <a:cs typeface="Malgun Gothic"/>
              </a:defRPr>
            </a:lvl5pPr>
            <a:lvl6pPr>
              <a:defRPr sz="1350" b="1">
                <a:solidFill>
                  <a:srgbClr val="183440"/>
                </a:solidFill>
                <a:latin typeface="Malgun Gothic"/>
                <a:ea typeface="Malgun Gothic"/>
                <a:cs typeface="Malgun Gothic"/>
              </a:defRPr>
            </a:lvl6pPr>
            <a:lvl7pPr>
              <a:defRPr sz="1350" b="1">
                <a:solidFill>
                  <a:srgbClr val="183440"/>
                </a:solidFill>
                <a:latin typeface="Malgun Gothic"/>
                <a:ea typeface="Malgun Gothic"/>
                <a:cs typeface="Malgun Gothic"/>
              </a:defRPr>
            </a:lvl7pPr>
            <a:lvl8pPr>
              <a:defRPr sz="1350" b="1">
                <a:solidFill>
                  <a:srgbClr val="183440"/>
                </a:solidFill>
                <a:latin typeface="Malgun Gothic"/>
                <a:ea typeface="Malgun Gothic"/>
                <a:cs typeface="Malgun Gothic"/>
              </a:defRPr>
            </a:lvl8pPr>
            <a:lvl9pPr>
              <a:defRPr sz="1350" b="1">
                <a:solidFill>
                  <a:srgbClr val="183440"/>
                </a:solidFill>
                <a:latin typeface="Malgun Gothic"/>
                <a:ea typeface="Malgun Gothic"/>
                <a:cs typeface="Malgun Gothic"/>
              </a:defRPr>
            </a:lvl9pPr>
          </a:lstStyle>
          <a:p xmlns:a="http://schemas.openxmlformats.org/drawingml/2006/main">
            <a:pPr>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수정 후 코드</a:t>
            </a:r>
          </a:p>
        </p:txBody>
      </p:sp>
      <p:sp>
        <p:nvSpPr>
          <p:cNvPr id="37" name="text-445">
            <a:extLst xmlns:a="http://schemas.openxmlformats.org/drawingml/2006/main">
              <a:ext uri="{FF2B5EF4-FFF2-40B4-BE49-F238E27FC236}">
                <a16:creationId xmlns:a16="http://schemas.microsoft.com/office/drawing/2014/main" id="{016A151D-ACF2-40EB-AB3A-03B64F427CFD}"/>
              </a:ext>
            </a:extLst>
          </p:cNvPr>
          <p:cNvSpPr>
            <a:spLocks xmlns:a="http://schemas.openxmlformats.org/drawingml/2006/main" noGrp="1"/>
          </p:cNvSpPr>
          <p:nvPr/>
        </p:nvSpPr>
        <p:spPr>
          <a:xfrm xmlns:a="http://schemas.openxmlformats.org/drawingml/2006/main">
            <a:off x="628650" y="5048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CommitType=1, Text='/Game/'</a:t>
            </a:r>
          </a:p>
          <a:p xmlns:a="http://schemas.openxmlformats.org/drawingml/2006/main">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CommitType=3, Text='/Game/'</a:t>
            </a:r>
          </a:p>
        </p:txBody>
      </p:sp>
      <p:sp>
        <p:nvSpPr>
          <p:cNvPr id="38" name="text-446">
            <a:extLst xmlns:a="http://schemas.openxmlformats.org/drawingml/2006/main">
              <a:ext uri="{FF2B5EF4-FFF2-40B4-BE49-F238E27FC236}">
                <a16:creationId xmlns:a16="http://schemas.microsoft.com/office/drawing/2014/main" id="{7E707A4B-5280-4C44-A144-4B44E4D582BD}"/>
              </a:ext>
            </a:extLst>
          </p:cNvPr>
          <p:cNvSpPr>
            <a:spLocks xmlns:a="http://schemas.openxmlformats.org/drawingml/2006/main" noGrp="1"/>
          </p:cNvSpPr>
          <p:nvPr/>
        </p:nvSpPr>
        <p:spPr>
          <a:xfrm xmlns:a="http://schemas.openxmlformats.org/drawingml/2006/main">
            <a:off x="4400550" y="5048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t>CommitType == ETextCommit::OnCleared</a:t>
            </a:r>
            <a:br/>
            <a:r>
              <a:t>    ? </a:t>
            </a:r>
            <a:r>
              <a:rPr b="1">
                <a:solidFill>
                  <a:srgbClr val="B45F20"/>
                </a:solidFill>
              </a:rPr>
              <a:t>FString()</a:t>
            </a:r>
            <a:r>
              <a:t> : InText.ToString();</a:t>
            </a:r>
          </a:p>
        </p:txBody>
      </p:sp>
      <p:sp>
        <p:nvSpPr>
          <p:cNvPr id="39" name="text-447">
            <a:extLst xmlns:a="http://schemas.openxmlformats.org/drawingml/2006/main">
              <a:ext uri="{FF2B5EF4-FFF2-40B4-BE49-F238E27FC236}">
                <a16:creationId xmlns:a16="http://schemas.microsoft.com/office/drawing/2014/main" id="{38060389-0FF6-4C0C-9336-C4BD3EAED88D}"/>
              </a:ext>
            </a:extLst>
          </p:cNvPr>
          <p:cNvSpPr>
            <a:spLocks xmlns:a="http://schemas.openxmlformats.org/drawingml/2006/main" noGrp="1"/>
          </p:cNvSpPr>
          <p:nvPr/>
        </p:nvSpPr>
        <p:spPr>
          <a:xfrm xmlns:a="http://schemas.openxmlformats.org/drawingml/2006/main">
            <a:off x="8172450" y="5048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xmlns:a="http://schemas.openxmlformats.org/drawingml/2006/main">
            <a:pPr>
              <a:defRPr sz="1200" b="0">
                <a:solidFill>
                  <a:srgbClr val="183440"/>
                </a:solidFill>
                <a:latin typeface="Malgun Gothic"/>
                <a:ea typeface="Malgun Gothic"/>
                <a:cs typeface="Malgun Gothic"/>
              </a:defRPr>
            </a:pPr>
            <a:r>
              <a:t>if (CommitType == ETextCommit::OnCleared)</a:t>
            </a:r>
            <a:br/>
            <a:r>
              <a:t>    { </a:t>
            </a:r>
            <a:r>
              <a:rPr b="1">
                <a:solidFill>
                  <a:srgbClr val="008D98"/>
                </a:solidFill>
              </a:rPr>
              <a:t>return</a:t>
            </a:r>
            <a:r>
              <a:t>; }</a:t>
            </a:r>
          </a:p>
        </p:txBody>
      </p:sp>
      <p:sp>
        <p:nvSpPr>
          <p:cNvPr id="40" name="link-448">
            <ns0:hlinkClick xmlns:ns0="http://schemas.openxmlformats.org/drawingml/2006/main" xmlns:ns1="http://schemas.openxmlformats.org/officeDocument/2006/relationships" ns1:id="rIdLink4"/>
            <a:extLst xmlns:a="http://schemas.openxmlformats.org/drawingml/2006/main">
              <a:ext uri="{FF2B5EF4-FFF2-40B4-BE49-F238E27FC236}">
                <a16:creationId xmlns:a16="http://schemas.microsoft.com/office/drawing/2014/main" id="{F0280291-A431-4E62-80A1-CB8977640B6B}"/>
              </a:ext>
            </a:extLst>
          </p:cNvPr>
          <p:cNvSpPr>
            <a:spLocks xmlns:a="http://schemas.openxmlformats.org/drawingml/2006/main" noGrp="1"/>
          </p:cNvSpPr>
          <p:nvPr/>
        </p:nvSpPr>
        <p:spPr>
          <a:xfrm xmlns:a="http://schemas.openxmlformats.org/drawingml/2006/main">
            <a:off x="628650" y="5467350"/>
            <a:ext cx="3390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8B9B"/>
                </a:solidFill>
                <a:latin typeface="Malgun Gothic"/>
                <a:ea typeface="Malgun Gothic"/>
                <a:cs typeface="Malgun Gothic"/>
              </a:defRPr>
            </a:defPPr>
            <a:lvl1pPr>
              <a:defRPr sz="1050" b="0">
                <a:solidFill>
                  <a:srgbClr val="628B9B"/>
                </a:solidFill>
                <a:latin typeface="Malgun Gothic"/>
                <a:ea typeface="Malgun Gothic"/>
                <a:cs typeface="Malgun Gothic"/>
              </a:defRPr>
            </a:lvl1pPr>
            <a:lvl2pPr>
              <a:defRPr sz="1050" b="0">
                <a:solidFill>
                  <a:srgbClr val="628B9B"/>
                </a:solidFill>
                <a:latin typeface="Malgun Gothic"/>
                <a:ea typeface="Malgun Gothic"/>
                <a:cs typeface="Malgun Gothic"/>
              </a:defRPr>
            </a:lvl2pPr>
            <a:lvl3pPr>
              <a:defRPr sz="1050" b="0">
                <a:solidFill>
                  <a:srgbClr val="628B9B"/>
                </a:solidFill>
                <a:latin typeface="Malgun Gothic"/>
                <a:ea typeface="Malgun Gothic"/>
                <a:cs typeface="Malgun Gothic"/>
              </a:defRPr>
            </a:lvl3pPr>
            <a:lvl4pPr>
              <a:defRPr sz="1050" b="0">
                <a:solidFill>
                  <a:srgbClr val="628B9B"/>
                </a:solidFill>
                <a:latin typeface="Malgun Gothic"/>
                <a:ea typeface="Malgun Gothic"/>
                <a:cs typeface="Malgun Gothic"/>
              </a:defRPr>
            </a:lvl4pPr>
            <a:lvl5pPr>
              <a:defRPr sz="1050" b="0">
                <a:solidFill>
                  <a:srgbClr val="628B9B"/>
                </a:solidFill>
                <a:latin typeface="Malgun Gothic"/>
                <a:ea typeface="Malgun Gothic"/>
                <a:cs typeface="Malgun Gothic"/>
              </a:defRPr>
            </a:lvl5pPr>
            <a:lvl6pPr>
              <a:defRPr sz="1050" b="0">
                <a:solidFill>
                  <a:srgbClr val="628B9B"/>
                </a:solidFill>
                <a:latin typeface="Malgun Gothic"/>
                <a:ea typeface="Malgun Gothic"/>
                <a:cs typeface="Malgun Gothic"/>
              </a:defRPr>
            </a:lvl6pPr>
            <a:lvl7pPr>
              <a:defRPr sz="1050" b="0">
                <a:solidFill>
                  <a:srgbClr val="628B9B"/>
                </a:solidFill>
                <a:latin typeface="Malgun Gothic"/>
                <a:ea typeface="Malgun Gothic"/>
                <a:cs typeface="Malgun Gothic"/>
              </a:defRPr>
            </a:lvl7pPr>
            <a:lvl8pPr>
              <a:defRPr sz="1050" b="0">
                <a:solidFill>
                  <a:srgbClr val="628B9B"/>
                </a:solidFill>
                <a:latin typeface="Malgun Gothic"/>
                <a:ea typeface="Malgun Gothic"/>
                <a:cs typeface="Malgun Gothic"/>
              </a:defRPr>
            </a:lvl8pPr>
            <a:lvl9pPr>
              <a:defRPr sz="1050" b="0">
                <a:solidFill>
                  <a:srgbClr val="628B9B"/>
                </a:solidFill>
                <a:latin typeface="Malgun Gothic"/>
                <a:ea typeface="Malgun Gothic"/>
                <a:cs typeface="Malgun Gothic"/>
              </a:defRPr>
            </a:lvl9pPr>
          </a:lstStyle>
          <a:p xmlns:a="http://schemas.openxmlformats.org/drawingml/2006/main">
            <a:pPr>
              <a:defRPr sz="1050" b="0">
                <a:solidFill>
                  <a:srgbClr val="628B9B"/>
                </a:solidFill>
                <a:latin typeface="Malgun Gothic"/>
                <a:ea typeface="Malgun Gothic"/>
                <a:cs typeface="Malgun Gothic"/>
              </a:defRPr>
            </a:pPr>
            <a:r>
              <a:rPr sz="1050" b="0" u="sng">
                <a:solidFill>
                  <a:srgbClr val="628B9B"/>
                </a:solidFill>
                <a:latin typeface="Malgun Gothic"/>
                <a:ea typeface="Malgun Gothic"/>
                <a:cs typeface="Malgun Gothic"/>
              </a:rPr>
              <a:t>로그·역할 기록 원문 ↗</a:t>
            </a:r>
          </a:p>
        </p:txBody>
      </p:sp>
      <p:sp>
        <p:nvSpPr>
          <p:cNvPr id="41" name="link-449">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063E8354-BA19-43BD-B16F-64FC36E69848}"/>
              </a:ext>
            </a:extLst>
          </p:cNvPr>
          <p:cNvSpPr>
            <a:spLocks xmlns:a="http://schemas.openxmlformats.org/drawingml/2006/main" noGrp="1"/>
          </p:cNvSpPr>
          <p:nvPr/>
        </p:nvSpPr>
        <p:spPr>
          <a:xfrm xmlns:a="http://schemas.openxmlformats.org/drawingml/2006/main">
            <a:off x="4400550" y="5467350"/>
            <a:ext cx="3390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8B9B"/>
                </a:solidFill>
                <a:latin typeface="Malgun Gothic"/>
                <a:ea typeface="Malgun Gothic"/>
                <a:cs typeface="Malgun Gothic"/>
              </a:defRPr>
            </a:defPPr>
            <a:lvl1pPr>
              <a:defRPr sz="1050" b="0">
                <a:solidFill>
                  <a:srgbClr val="628B9B"/>
                </a:solidFill>
                <a:latin typeface="Malgun Gothic"/>
                <a:ea typeface="Malgun Gothic"/>
                <a:cs typeface="Malgun Gothic"/>
              </a:defRPr>
            </a:lvl1pPr>
            <a:lvl2pPr>
              <a:defRPr sz="1050" b="0">
                <a:solidFill>
                  <a:srgbClr val="628B9B"/>
                </a:solidFill>
                <a:latin typeface="Malgun Gothic"/>
                <a:ea typeface="Malgun Gothic"/>
                <a:cs typeface="Malgun Gothic"/>
              </a:defRPr>
            </a:lvl2pPr>
            <a:lvl3pPr>
              <a:defRPr sz="1050" b="0">
                <a:solidFill>
                  <a:srgbClr val="628B9B"/>
                </a:solidFill>
                <a:latin typeface="Malgun Gothic"/>
                <a:ea typeface="Malgun Gothic"/>
                <a:cs typeface="Malgun Gothic"/>
              </a:defRPr>
            </a:lvl3pPr>
            <a:lvl4pPr>
              <a:defRPr sz="1050" b="0">
                <a:solidFill>
                  <a:srgbClr val="628B9B"/>
                </a:solidFill>
                <a:latin typeface="Malgun Gothic"/>
                <a:ea typeface="Malgun Gothic"/>
                <a:cs typeface="Malgun Gothic"/>
              </a:defRPr>
            </a:lvl4pPr>
            <a:lvl5pPr>
              <a:defRPr sz="1050" b="0">
                <a:solidFill>
                  <a:srgbClr val="628B9B"/>
                </a:solidFill>
                <a:latin typeface="Malgun Gothic"/>
                <a:ea typeface="Malgun Gothic"/>
                <a:cs typeface="Malgun Gothic"/>
              </a:defRPr>
            </a:lvl5pPr>
            <a:lvl6pPr>
              <a:defRPr sz="1050" b="0">
                <a:solidFill>
                  <a:srgbClr val="628B9B"/>
                </a:solidFill>
                <a:latin typeface="Malgun Gothic"/>
                <a:ea typeface="Malgun Gothic"/>
                <a:cs typeface="Malgun Gothic"/>
              </a:defRPr>
            </a:lvl6pPr>
            <a:lvl7pPr>
              <a:defRPr sz="1050" b="0">
                <a:solidFill>
                  <a:srgbClr val="628B9B"/>
                </a:solidFill>
                <a:latin typeface="Malgun Gothic"/>
                <a:ea typeface="Malgun Gothic"/>
                <a:cs typeface="Malgun Gothic"/>
              </a:defRPr>
            </a:lvl7pPr>
            <a:lvl8pPr>
              <a:defRPr sz="1050" b="0">
                <a:solidFill>
                  <a:srgbClr val="628B9B"/>
                </a:solidFill>
                <a:latin typeface="Malgun Gothic"/>
                <a:ea typeface="Malgun Gothic"/>
                <a:cs typeface="Malgun Gothic"/>
              </a:defRPr>
            </a:lvl8pPr>
            <a:lvl9pPr>
              <a:defRPr sz="1050" b="0">
                <a:solidFill>
                  <a:srgbClr val="628B9B"/>
                </a:solidFill>
                <a:latin typeface="Malgun Gothic"/>
                <a:ea typeface="Malgun Gothic"/>
                <a:cs typeface="Malgun Gothic"/>
              </a:defRPr>
            </a:lvl9pPr>
          </a:lstStyle>
          <a:p xmlns:a="http://schemas.openxmlformats.org/drawingml/2006/main">
            <a:pPr>
              <a:defRPr sz="1050" b="0">
                <a:solidFill>
                  <a:srgbClr val="628B9B"/>
                </a:solidFill>
                <a:latin typeface="Malgun Gothic"/>
                <a:ea typeface="Malgun Gothic"/>
                <a:cs typeface="Malgun Gothic"/>
              </a:defRPr>
            </a:pPr>
            <a:r>
              <a:rPr sz="1050" b="0" u="sng">
                <a:solidFill>
                  <a:srgbClr val="628B9B"/>
                </a:solidFill>
                <a:latin typeface="Malgun Gothic"/>
                <a:ea typeface="Malgun Gothic"/>
                <a:cs typeface="Malgun Gothic"/>
              </a:rPr>
              <a:t>수정 전 코드 원문 ↗</a:t>
            </a:r>
          </a:p>
        </p:txBody>
      </p:sp>
      <p:sp>
        <p:nvSpPr>
          <p:cNvPr id="42" name="link-450">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BFE5B80D-C00B-43C6-9574-8053737A34E7}"/>
              </a:ext>
            </a:extLst>
          </p:cNvPr>
          <p:cNvSpPr>
            <a:spLocks xmlns:a="http://schemas.openxmlformats.org/drawingml/2006/main" noGrp="1"/>
          </p:cNvSpPr>
          <p:nvPr/>
        </p:nvSpPr>
        <p:spPr>
          <a:xfrm xmlns:a="http://schemas.openxmlformats.org/drawingml/2006/main">
            <a:off x="8172450" y="5467350"/>
            <a:ext cx="3390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628B9B"/>
                </a:solidFill>
                <a:latin typeface="Malgun Gothic"/>
                <a:ea typeface="Malgun Gothic"/>
                <a:cs typeface="Malgun Gothic"/>
              </a:defRPr>
            </a:defPPr>
            <a:lvl1pPr>
              <a:defRPr sz="1050" b="0">
                <a:solidFill>
                  <a:srgbClr val="628B9B"/>
                </a:solidFill>
                <a:latin typeface="Malgun Gothic"/>
                <a:ea typeface="Malgun Gothic"/>
                <a:cs typeface="Malgun Gothic"/>
              </a:defRPr>
            </a:lvl1pPr>
            <a:lvl2pPr>
              <a:defRPr sz="1050" b="0">
                <a:solidFill>
                  <a:srgbClr val="628B9B"/>
                </a:solidFill>
                <a:latin typeface="Malgun Gothic"/>
                <a:ea typeface="Malgun Gothic"/>
                <a:cs typeface="Malgun Gothic"/>
              </a:defRPr>
            </a:lvl2pPr>
            <a:lvl3pPr>
              <a:defRPr sz="1050" b="0">
                <a:solidFill>
                  <a:srgbClr val="628B9B"/>
                </a:solidFill>
                <a:latin typeface="Malgun Gothic"/>
                <a:ea typeface="Malgun Gothic"/>
                <a:cs typeface="Malgun Gothic"/>
              </a:defRPr>
            </a:lvl3pPr>
            <a:lvl4pPr>
              <a:defRPr sz="1050" b="0">
                <a:solidFill>
                  <a:srgbClr val="628B9B"/>
                </a:solidFill>
                <a:latin typeface="Malgun Gothic"/>
                <a:ea typeface="Malgun Gothic"/>
                <a:cs typeface="Malgun Gothic"/>
              </a:defRPr>
            </a:lvl4pPr>
            <a:lvl5pPr>
              <a:defRPr sz="1050" b="0">
                <a:solidFill>
                  <a:srgbClr val="628B9B"/>
                </a:solidFill>
                <a:latin typeface="Malgun Gothic"/>
                <a:ea typeface="Malgun Gothic"/>
                <a:cs typeface="Malgun Gothic"/>
              </a:defRPr>
            </a:lvl5pPr>
            <a:lvl6pPr>
              <a:defRPr sz="1050" b="0">
                <a:solidFill>
                  <a:srgbClr val="628B9B"/>
                </a:solidFill>
                <a:latin typeface="Malgun Gothic"/>
                <a:ea typeface="Malgun Gothic"/>
                <a:cs typeface="Malgun Gothic"/>
              </a:defRPr>
            </a:lvl6pPr>
            <a:lvl7pPr>
              <a:defRPr sz="1050" b="0">
                <a:solidFill>
                  <a:srgbClr val="628B9B"/>
                </a:solidFill>
                <a:latin typeface="Malgun Gothic"/>
                <a:ea typeface="Malgun Gothic"/>
                <a:cs typeface="Malgun Gothic"/>
              </a:defRPr>
            </a:lvl7pPr>
            <a:lvl8pPr>
              <a:defRPr sz="1050" b="0">
                <a:solidFill>
                  <a:srgbClr val="628B9B"/>
                </a:solidFill>
                <a:latin typeface="Malgun Gothic"/>
                <a:ea typeface="Malgun Gothic"/>
                <a:cs typeface="Malgun Gothic"/>
              </a:defRPr>
            </a:lvl8pPr>
            <a:lvl9pPr>
              <a:defRPr sz="1050" b="0">
                <a:solidFill>
                  <a:srgbClr val="628B9B"/>
                </a:solidFill>
                <a:latin typeface="Malgun Gothic"/>
                <a:ea typeface="Malgun Gothic"/>
                <a:cs typeface="Malgun Gothic"/>
              </a:defRPr>
            </a:lvl9pPr>
          </a:lstStyle>
          <a:p xmlns:a="http://schemas.openxmlformats.org/drawingml/2006/main">
            <a:pPr>
              <a:defRPr sz="1050" b="0">
                <a:solidFill>
                  <a:srgbClr val="628B9B"/>
                </a:solidFill>
                <a:latin typeface="Malgun Gothic"/>
                <a:ea typeface="Malgun Gothic"/>
                <a:cs typeface="Malgun Gothic"/>
              </a:defRPr>
            </a:pPr>
            <a:r>
              <a:rPr sz="1050" b="0" u="sng">
                <a:solidFill>
                  <a:srgbClr val="628B9B"/>
                </a:solidFill>
                <a:latin typeface="Malgun Gothic"/>
                <a:ea typeface="Malgun Gothic"/>
                <a:cs typeface="Malgun Gothic"/>
              </a:rPr>
              <a:t>수정 후 코드 원문 ↗</a:t>
            </a:r>
          </a:p>
        </p:txBody>
      </p:sp>
      <p:sp>
        <p:nvSpPr>
          <p:cNvPr id="43" name="rect-451">
            <a:extLst xmlns:a="http://schemas.openxmlformats.org/drawingml/2006/main">
              <a:ext uri="{FF2B5EF4-FFF2-40B4-BE49-F238E27FC236}">
                <a16:creationId xmlns:a16="http://schemas.microsoft.com/office/drawing/2014/main" id="{F45FABA9-A2A7-48DD-87D2-1A288E4CEC32}"/>
              </a:ext>
            </a:extLst>
          </p:cNvPr>
          <p:cNvSpPr>
            <a:spLocks xmlns:a="http://schemas.openxmlformats.org/drawingml/2006/main" noGrp="1"/>
          </p:cNvSpPr>
          <p:nvPr/>
        </p:nvSpPr>
        <p:spPr>
          <a:xfrm xmlns:a="http://schemas.openxmlformats.org/drawingml/2006/main">
            <a:off x="0" y="5905500"/>
            <a:ext cx="12192000" cy="9525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44" name="rect-452">
            <a:extLst xmlns:a="http://schemas.openxmlformats.org/drawingml/2006/main">
              <a:ext uri="{FF2B5EF4-FFF2-40B4-BE49-F238E27FC236}">
                <a16:creationId xmlns:a16="http://schemas.microsoft.com/office/drawing/2014/main" id="{CAAF8D99-C45E-4177-9A65-541E5A5D5B51}"/>
              </a:ext>
            </a:extLst>
          </p:cNvPr>
          <p:cNvSpPr>
            <a:spLocks xmlns:a="http://schemas.openxmlformats.org/drawingml/2006/main" noGrp="1"/>
          </p:cNvSpPr>
          <p:nvPr/>
        </p:nvSpPr>
        <p:spPr>
          <a:xfrm xmlns:a="http://schemas.openxmlformats.org/drawingml/2006/main">
            <a:off x="6057900" y="6057900"/>
            <a:ext cx="9525" cy="638175"/>
          </a:xfrm>
          <a:prstGeom xmlns:a="http://schemas.openxmlformats.org/drawingml/2006/main" prst="rect">
            <a:avLst/>
          </a:prstGeom>
          <a:solidFill xmlns:a="http://schemas.openxmlformats.org/drawingml/2006/main">
            <a:srgbClr val="CAD5DC"/>
          </a:solidFill>
          <a:ln xmlns:a="http://schemas.openxmlformats.org/drawingml/2006/main" w="0">
            <a:noFill/>
          </a:ln>
        </p:spPr>
      </p:sp>
      <p:sp>
        <p:nvSpPr>
          <p:cNvPr id="45" name="text-453">
            <a:extLst xmlns:a="http://schemas.openxmlformats.org/drawingml/2006/main">
              <a:ext uri="{FF2B5EF4-FFF2-40B4-BE49-F238E27FC236}">
                <a16:creationId xmlns:a16="http://schemas.microsoft.com/office/drawing/2014/main" id="{887C644B-8C8C-4BAC-BEE1-B961CF755BB3}"/>
              </a:ext>
            </a:extLst>
          </p:cNvPr>
          <p:cNvSpPr>
            <a:spLocks xmlns:a="http://schemas.openxmlformats.org/drawingml/2006/main" noGrp="1"/>
          </p:cNvSpPr>
          <p:nvPr/>
        </p:nvSpPr>
        <p:spPr>
          <a:xfrm xmlns:a="http://schemas.openxmlformats.org/drawingml/2006/main">
            <a:off x="457200" y="59912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46" name="text-454">
            <a:extLst xmlns:a="http://schemas.openxmlformats.org/drawingml/2006/main">
              <a:ext uri="{FF2B5EF4-FFF2-40B4-BE49-F238E27FC236}">
                <a16:creationId xmlns:a16="http://schemas.microsoft.com/office/drawing/2014/main" id="{4B949FA4-6ABF-4FD0-9D0B-38720390826C}"/>
              </a:ext>
            </a:extLst>
          </p:cNvPr>
          <p:cNvSpPr>
            <a:spLocks xmlns:a="http://schemas.openxmlformats.org/drawingml/2006/main" noGrp="1"/>
          </p:cNvSpPr>
          <p:nvPr/>
        </p:nvSpPr>
        <p:spPr>
          <a:xfrm xmlns:a="http://schemas.openxmlformats.org/drawingml/2006/main">
            <a:off x="457200" y="62960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오류 발견·초기 설명 재검토 요청</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조작별 로그 제공</a:t>
            </a:r>
          </a:p>
        </p:txBody>
      </p:sp>
      <p:sp>
        <p:nvSpPr>
          <p:cNvPr id="47" name="text-455">
            <a:extLst xmlns:a="http://schemas.openxmlformats.org/drawingml/2006/main">
              <a:ext uri="{FF2B5EF4-FFF2-40B4-BE49-F238E27FC236}">
                <a16:creationId xmlns:a16="http://schemas.microsoft.com/office/drawing/2014/main" id="{416D3F7C-5152-40CA-800F-DBFF25FC3937}"/>
              </a:ext>
            </a:extLst>
          </p:cNvPr>
          <p:cNvSpPr>
            <a:spLocks xmlns:a="http://schemas.openxmlformats.org/drawingml/2006/main" noGrp="1"/>
          </p:cNvSpPr>
          <p:nvPr/>
        </p:nvSpPr>
        <p:spPr>
          <a:xfrm xmlns:a="http://schemas.openxmlformats.org/drawingml/2006/main">
            <a:off x="6324600" y="5991225"/>
            <a:ext cx="541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48" name="text-456">
            <a:extLst xmlns:a="http://schemas.openxmlformats.org/drawingml/2006/main">
              <a:ext uri="{FF2B5EF4-FFF2-40B4-BE49-F238E27FC236}">
                <a16:creationId xmlns:a16="http://schemas.microsoft.com/office/drawing/2014/main" id="{1322E6D6-2B25-41B7-89D5-366966EC68EF}"/>
              </a:ext>
            </a:extLst>
          </p:cNvPr>
          <p:cNvSpPr>
            <a:spLocks xmlns:a="http://schemas.openxmlformats.org/drawingml/2006/main" noGrp="1"/>
          </p:cNvSpPr>
          <p:nvPr/>
        </p:nvSpPr>
        <p:spPr>
          <a:xfrm xmlns:a="http://schemas.openxmlformats.org/drawingml/2006/main">
            <a:off x="6324600" y="62960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이벤트 로그 추가·원인 분석</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OnCleared 처리 수정</a:t>
            </a:r>
          </a:p>
        </p:txBody>
      </p:sp>
      <p:sp>
        <p:nvSpPr>
          <p:cNvPr id="9000" name="검증 상세 ↗">
            <a:extLst xmlns:a="http://schemas.openxmlformats.org/drawingml/2006/main">
              <a:ext uri="{FF2B5EF4-FFF2-40B4-BE49-F238E27FC236}">
                <a16:creationId xmlns:a16="http://schemas.microsoft.com/office/drawing/2014/main" id="{1BFE462B-0A18-400E-8801-A637F0FF9225}"/>
              </a:ext>
            </a:extLst>
            <ns3:hlinkClick xmlns:ns3="http://schemas.openxmlformats.org/drawingml/2006/main" xmlns:ns4="http://schemas.openxmlformats.org/officeDocument/2006/relationships" ns4:id="rIdFullReview0"/>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008B98"/>
                </ns2:solidFill>
                <ns2:latin typeface="Malgun Gothic"/>
                <ns2:ea typeface="Malgun Gothic"/>
                <ns2:cs typeface="Malgun Gothic"/>
              </ns2:rPr>
              <ns2:t>검증 상세 ↗</ns2:t>
            </ns2:r>
          </ns2:p>
        </p:txBody>
      </p:sp>
      <p:sp>
        <p:nvSpPr>
          <p:cNvPr id="9001" name="입력 검증 영상 ↗">
            <a:extLst xmlns:a="http://schemas.openxmlformats.org/drawingml/2006/main">
              <a:ext uri="{FF2B5EF4-FFF2-40B4-BE49-F238E27FC236}">
                <a16:creationId xmlns:a16="http://schemas.microsoft.com/office/drawing/2014/main" id="{1BFE462B-0A18-400E-8801-A637F0FF9225}"/>
              </a:ext>
            </a:extLst>
            <ns3:hlinkClick xmlns:ns3="http://schemas.openxmlformats.org/drawingml/2006/main" xmlns:ns4="http://schemas.openxmlformats.org/officeDocument/2006/relationships" ns4:id="rIdFullReview1"/>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B65E18"/>
                </ns2:solidFill>
                <ns2:latin typeface="Malgun Gothic"/>
                <ns2:ea typeface="Malgun Gothic"/>
                <ns2:cs typeface="Malgun Gothic"/>
              </ns2:rPr>
              <ns2:t>입력 검증 영상 ↗</ns2:t>
            </ns2:r>
          </ns2:p>
        </p:txBody>
      </p:sp>
    </p:spTree>
    <p:extLst>
      <p:ext uri="{BB962C8B-B14F-4D97-AF65-F5344CB8AC3E}">
        <p14:creationId xmlns:p14="http://schemas.microsoft.com/office/powerpoint/2010/main" val="20617230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rect-457">
            <a:extLst xmlns:a="http://schemas.openxmlformats.org/drawingml/2006/main">
              <a:ext uri="{FF2B5EF4-FFF2-40B4-BE49-F238E27FC236}">
                <a16:creationId xmlns:a16="http://schemas.microsoft.com/office/drawing/2014/main" id="{B929ED3B-2B40-4EAD-ABD6-B5201929B31C}"/>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458">
            <a:extLst xmlns:a="http://schemas.openxmlformats.org/drawingml/2006/main">
              <a:ext uri="{FF2B5EF4-FFF2-40B4-BE49-F238E27FC236}">
                <a16:creationId xmlns:a16="http://schemas.microsoft.com/office/drawing/2014/main" id="{5CEA8028-DC4F-4437-A3BC-45C8CEE7C317}"/>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459">
            <a:extLst xmlns:a="http://schemas.openxmlformats.org/drawingml/2006/main">
              <a:ext uri="{FF2B5EF4-FFF2-40B4-BE49-F238E27FC236}">
                <a16:creationId xmlns:a16="http://schemas.microsoft.com/office/drawing/2014/main" id="{98DF9F53-AFFA-4DB4-99AC-45F021E6CEB0}"/>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필터 입력 오류 · 검증 (3/3)</a:t>
            </a:r>
          </a:p>
        </p:txBody>
      </p:sp>
      <p:sp>
        <p:nvSpPr>
          <p:cNvPr id="4" name="text-460">
            <a:extLst xmlns:a="http://schemas.openxmlformats.org/drawingml/2006/main">
              <a:ext uri="{FF2B5EF4-FFF2-40B4-BE49-F238E27FC236}">
                <a16:creationId xmlns:a16="http://schemas.microsoft.com/office/drawing/2014/main" id="{8498004C-9255-4244-9C5B-723AB412664E}"/>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검증: Enter 확정 경로 유지와 취소·해제 동작 확인</a:t>
            </a:r>
          </a:p>
        </p:txBody>
      </p:sp>
      <p:sp>
        <p:nvSpPr>
          <p:cNvPr id="5" name="text-461">
            <a:extLst xmlns:a="http://schemas.openxmlformats.org/drawingml/2006/main">
              <a:ext uri="{FF2B5EF4-FFF2-40B4-BE49-F238E27FC236}">
                <a16:creationId xmlns:a16="http://schemas.microsoft.com/office/drawing/2014/main" id="{7738CB2E-5F15-499B-ACCD-34AB37DFB23D}"/>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Enter 확정 후 BranchB 경로와 CSV 2행을 확인했습니다. 클릭 확정·Escape 취소·필터 해제도 대조했습니다.</a:t>
            </a:r>
          </a:p>
        </p:txBody>
      </p:sp>
      <p:sp>
        <p:nvSpPr>
          <p:cNvPr id="6" name="text-462">
            <a:extLst xmlns:a="http://schemas.openxmlformats.org/drawingml/2006/main">
              <a:ext uri="{FF2B5EF4-FFF2-40B4-BE49-F238E27FC236}">
                <a16:creationId xmlns:a16="http://schemas.microsoft.com/office/drawing/2014/main" id="{43717997-B04F-48AD-9682-A0EE967155C6}"/>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07 / 15</a:t>
            </a:r>
          </a:p>
        </p:txBody>
      </p:sp>
      <p:sp>
        <p:nvSpPr>
          <p:cNvPr id="7" name="link-463">
            <a:extLst xmlns:a="http://schemas.openxmlformats.org/drawingml/2006/main">
              <a:ext uri="{FF2B5EF4-FFF2-40B4-BE49-F238E27FC236}">
                <a16:creationId xmlns:a16="http://schemas.microsoft.com/office/drawing/2014/main" id="{78788FEA-270F-4FE9-81FB-0B6986BD60FF}"/>
              </a:ext>
            </a:extLst>
            <ns0:hlinkClick xmlns:ns0="http://schemas.openxmlformats.org/drawingml/2006/main" xmlns:ns1="http://schemas.openxmlformats.org/officeDocument/2006/relationships" ns1:id="rIdLink4"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464">
            <a:extLst xmlns:a="http://schemas.openxmlformats.org/drawingml/2006/main">
              <a:ext uri="{FF2B5EF4-FFF2-40B4-BE49-F238E27FC236}">
                <a16:creationId xmlns:a16="http://schemas.microsoft.com/office/drawing/2014/main" id="{66DFBF76-82A3-4CC3-9C26-215962F8DDC6}"/>
              </a:ext>
            </a:extLst>
          </p:cNvPr>
          <p:cNvSpPr>
            <a:spLocks xmlns:a="http://schemas.openxmlformats.org/drawingml/2006/main" noGrp="1"/>
          </p:cNvSpPr>
          <p:nvPr/>
        </p:nvSpPr>
        <p:spPr>
          <a:xfrm xmlns:a="http://schemas.openxmlformats.org/drawingml/2006/main">
            <a:off x="457200" y="2133600"/>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183440"/>
                </a:solidFill>
                <a:latin typeface="Malgun Gothic"/>
                <a:ea typeface="Malgun Gothic"/>
                <a:cs typeface="Malgun Gothic"/>
              </a:defRPr>
            </a:defPPr>
            <a:lvl1pPr>
              <a:defRPr sz="1800" b="1">
                <a:solidFill>
                  <a:srgbClr val="183440"/>
                </a:solidFill>
                <a:latin typeface="Malgun Gothic"/>
                <a:ea typeface="Malgun Gothic"/>
                <a:cs typeface="Malgun Gothic"/>
              </a:defRPr>
            </a:lvl1pPr>
            <a:lvl2pPr>
              <a:defRPr sz="1800" b="1">
                <a:solidFill>
                  <a:srgbClr val="183440"/>
                </a:solidFill>
                <a:latin typeface="Malgun Gothic"/>
                <a:ea typeface="Malgun Gothic"/>
                <a:cs typeface="Malgun Gothic"/>
              </a:defRPr>
            </a:lvl2pPr>
            <a:lvl3pPr>
              <a:defRPr sz="1800" b="1">
                <a:solidFill>
                  <a:srgbClr val="183440"/>
                </a:solidFill>
                <a:latin typeface="Malgun Gothic"/>
                <a:ea typeface="Malgun Gothic"/>
                <a:cs typeface="Malgun Gothic"/>
              </a:defRPr>
            </a:lvl3pPr>
            <a:lvl4pPr>
              <a:defRPr sz="1800" b="1">
                <a:solidFill>
                  <a:srgbClr val="183440"/>
                </a:solidFill>
                <a:latin typeface="Malgun Gothic"/>
                <a:ea typeface="Malgun Gothic"/>
                <a:cs typeface="Malgun Gothic"/>
              </a:defRPr>
            </a:lvl4pPr>
            <a:lvl5pPr>
              <a:defRPr sz="1800" b="1">
                <a:solidFill>
                  <a:srgbClr val="183440"/>
                </a:solidFill>
                <a:latin typeface="Malgun Gothic"/>
                <a:ea typeface="Malgun Gothic"/>
                <a:cs typeface="Malgun Gothic"/>
              </a:defRPr>
            </a:lvl5pPr>
            <a:lvl6pPr>
              <a:defRPr sz="1800" b="1">
                <a:solidFill>
                  <a:srgbClr val="183440"/>
                </a:solidFill>
                <a:latin typeface="Malgun Gothic"/>
                <a:ea typeface="Malgun Gothic"/>
                <a:cs typeface="Malgun Gothic"/>
              </a:defRPr>
            </a:lvl6pPr>
            <a:lvl7pPr>
              <a:defRPr sz="1800" b="1">
                <a:solidFill>
                  <a:srgbClr val="183440"/>
                </a:solidFill>
                <a:latin typeface="Malgun Gothic"/>
                <a:ea typeface="Malgun Gothic"/>
                <a:cs typeface="Malgun Gothic"/>
              </a:defRPr>
            </a:lvl7pPr>
            <a:lvl8pPr>
              <a:defRPr sz="1800" b="1">
                <a:solidFill>
                  <a:srgbClr val="183440"/>
                </a:solidFill>
                <a:latin typeface="Malgun Gothic"/>
                <a:ea typeface="Malgun Gothic"/>
                <a:cs typeface="Malgun Gothic"/>
              </a:defRPr>
            </a:lvl8pPr>
            <a:lvl9pPr>
              <a:defRPr sz="1800" b="1">
                <a:solidFill>
                  <a:srgbClr val="183440"/>
                </a:solidFill>
                <a:latin typeface="Malgun Gothic"/>
                <a:ea typeface="Malgun Gothic"/>
                <a:cs typeface="Malgun Gothic"/>
              </a:defRPr>
            </a:lvl9pPr>
          </a:lstStyle>
          <a:p xmlns:a="http://schemas.openxmlformats.org/drawingml/2006/main">
            <a:pPr>
              <a:defRPr sz="1800" b="1">
                <a:solidFill>
                  <a:srgbClr val="183440"/>
                </a:solidFill>
                <a:latin typeface="Malgun Gothic"/>
                <a:ea typeface="Malgun Gothic"/>
                <a:cs typeface="Malgun Gothic"/>
              </a:defRPr>
            </a:pPr>
            <a:r>
              <a:rPr sz="1800" b="1">
                <a:solidFill>
                  <a:srgbClr val="183440"/>
                </a:solidFill>
                <a:latin typeface="Malgun Gothic"/>
                <a:ea typeface="Malgun Gothic"/>
                <a:cs typeface="Malgun Gothic"/>
              </a:rPr>
              <a:t>① B 폴더 경로 입력 → Enter → 분석</a:t>
            </a:r>
          </a:p>
        </p:txBody>
      </p:sp>
      <p:sp>
        <p:nvSpPr>
          <p:cNvPr id="9" name="text-465">
            <a:extLst xmlns:a="http://schemas.openxmlformats.org/drawingml/2006/main">
              <a:ext uri="{FF2B5EF4-FFF2-40B4-BE49-F238E27FC236}">
                <a16:creationId xmlns:a16="http://schemas.microsoft.com/office/drawing/2014/main" id="{883FBDE6-D4F4-493B-9F19-657E6185054E}"/>
              </a:ext>
            </a:extLst>
          </p:cNvPr>
          <p:cNvSpPr>
            <a:spLocks xmlns:a="http://schemas.openxmlformats.org/drawingml/2006/main" noGrp="1"/>
          </p:cNvSpPr>
          <p:nvPr/>
        </p:nvSpPr>
        <p:spPr>
          <a:xfrm xmlns:a="http://schemas.openxmlformats.org/drawingml/2006/main">
            <a:off x="7029450" y="2133600"/>
            <a:ext cx="4705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xmlns:a="http://schemas.openxmlformats.org/drawingml/2006/main">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② CSV에도 필터 결과 기록</a:t>
            </a:r>
          </a:p>
        </p:txBody>
      </p:sp>
      <p:pic>
        <p:nvPicPr>
          <p:cNvPr id="10" name="">
            <a:extLst xmlns:a="http://schemas.openxmlformats.org/drawingml/2006/main">
              <a:ext uri="{FF2B5EF4-FFF2-40B4-BE49-F238E27FC236}">
                <a16:creationId xmlns:a16="http://schemas.microsoft.com/office/drawing/2014/main" id="{703C8E60-52C0-430C-81DF-B589BB94ADE4}"/>
              </a:ext>
            </a:extLst>
          </p:cNvPr>
          <p:cNvPicPr>
            <a:picLocks xmlns:a="http://schemas.openxmlformats.org/drawingml/2006/main" noChangeAspect="1"/>
          </p:cNvPicPr>
          <p:nvPr/>
        </p:nvPicPr>
        <p:blipFill>
          <a:blip xmlns:r="http://schemas.openxmlformats.org/officeDocument/2006/relationships" xmlns:a="http://schemas.openxmlformats.org/drawingml/2006/main" r:embed="R67b41dae01a14eb4"/>
          <a:stretch xmlns:a="http://schemas.openxmlformats.org/drawingml/2006/main"/>
        </p:blipFill>
        <p:spPr>
          <a:xfrm xmlns:a="http://schemas.openxmlformats.org/drawingml/2006/main">
            <a:off x="457200" y="2552700"/>
            <a:ext cx="5238750" cy="1527429"/>
          </a:xfrm>
          <a:prstGeom xmlns:a="http://schemas.openxmlformats.org/drawingml/2006/main" prst="rect">
            <a:avLst/>
          </a:prstGeom>
        </p:spPr>
      </p:pic>
      <p:graphicFrame>
        <p:nvGraphicFramePr>
          <p:cNvPr id="11" name="">
            <a:extLst xmlns:a="http://schemas.openxmlformats.org/drawingml/2006/main">
              <a:ext uri="{FF2B5EF4-FFF2-40B4-BE49-F238E27FC236}">
                <a16:creationId xmlns:a16="http://schemas.microsoft.com/office/drawing/2014/main" id="{B8DBB35B-9ED6-4439-8072-28BA070218F3}"/>
              </a:ext>
            </a:extLst>
          </p:cNvPr>
          <p:cNvGraphicFramePr/>
          <p:nvPr/>
        </p:nvGraphicFramePr>
        <p:xfrm>
          <a:off xmlns:a="http://schemas.openxmlformats.org/drawingml/2006/main" x="7029450" y="2552700"/>
          <a:ext xmlns:a="http://schemas.openxmlformats.org/drawingml/2006/main" cx="4705350" cy="1085850"/>
        </p:xfrm>
        <a:graphic xmlns:a="http://schemas.openxmlformats.org/drawingml/2006/main">
          <a:graphicData uri="http://schemas.openxmlformats.org/drawingml/2006/table">
            <a:tbl>
              <a:tblPr/>
              <a:tblGrid>
                <a:gridCol w="1619250"/>
                <a:gridCol w="3086100"/>
              </a:tblGrid>
              <a:tr h="361950">
                <a:tc>
                  <a:txBody>
                    <a:bodyPr/>
                    <a:lstStyle/>
                    <a:p>
                      <a:r>
                        <a:rPr sz="1350" b="1">
                          <a:solidFill>
                            <a:srgbClr val="183440"/>
                          </a:solidFill>
                          <a:latin typeface="Malgun Gothic"/>
                          <a:ea typeface="Malgun Gothic"/>
                          <a:cs typeface="Malgun Gothic"/>
                        </a:rPr>
                        <a:t>AssetName</a:t>
                      </a:r>
                    </a:p>
                  </a:txBody>
                  <a:tcPr marL="95250" marR="76200" marT="57150" marB="571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Path</a:t>
                      </a:r>
                    </a:p>
                  </a:txBody>
                  <a:tcPr marL="95250" marR="76200" marT="57150" marB="571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361950">
                <a:tc>
                  <a:txBody>
                    <a:bodyPr/>
                    <a:lstStyle/>
                    <a:p>
                      <a:r>
                        <a:rPr sz="1350" b="0">
                          <a:solidFill>
                            <a:srgbClr val="183440"/>
                          </a:solidFill>
                          <a:latin typeface="Malgun Gothic"/>
                          <a:ea typeface="Malgun Gothic"/>
                          <a:cs typeface="Malgun Gothic"/>
                        </a:rPr>
                        <a:t>DA_QA_A</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/Game/ARI_QA/Root</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r h="361950">
                <a:tc>
                  <a:txBody>
                    <a:bodyPr/>
                    <a:lstStyle/>
                    <a:p>
                      <a:r>
                        <a:rPr sz="1350" b="0">
                          <a:solidFill>
                            <a:srgbClr val="183440"/>
                          </a:solidFill>
                          <a:latin typeface="Malgun Gothic"/>
                          <a:ea typeface="Malgun Gothic"/>
                          <a:cs typeface="Malgun Gothic"/>
                        </a:rPr>
                        <a:t>DA_QA_B</a:t>
                      </a:r>
                    </a:p>
                  </a:txBody>
                  <a:tcPr marL="95250" marR="76200" marT="57150" marB="571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/Game/ARI_QA/BranchB</a:t>
                      </a:r>
                    </a:p>
                  </a:txBody>
                  <a:tcPr marL="95250" marR="76200" marT="57150" marB="571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12" name="text-466">
            <a:extLst xmlns:a="http://schemas.openxmlformats.org/drawingml/2006/main">
              <a:ext uri="{FF2B5EF4-FFF2-40B4-BE49-F238E27FC236}">
                <a16:creationId xmlns:a16="http://schemas.microsoft.com/office/drawing/2014/main" id="{0FC05BDC-A5CB-4F08-A17F-A400689F9F8A}"/>
              </a:ext>
            </a:extLst>
          </p:cNvPr>
          <p:cNvSpPr>
            <a:spLocks xmlns:a="http://schemas.openxmlformats.org/drawingml/2006/main" noGrp="1"/>
          </p:cNvSpPr>
          <p:nvPr/>
        </p:nvSpPr>
        <p:spPr>
          <a:xfrm xmlns:a="http://schemas.openxmlformats.org/drawingml/2006/main">
            <a:off x="7029450" y="3667125"/>
            <a:ext cx="470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원본 CSV 발췌 · 2행 모두 표시, 열 2개 선택</a:t>
            </a:r>
          </a:p>
        </p:txBody>
      </p:sp>
      <p:sp>
        <p:nvSpPr>
          <p:cNvPr id="13" name="text-467">
            <a:extLst xmlns:a="http://schemas.openxmlformats.org/drawingml/2006/main">
              <a:ext uri="{FF2B5EF4-FFF2-40B4-BE49-F238E27FC236}">
                <a16:creationId xmlns:a16="http://schemas.microsoft.com/office/drawing/2014/main" id="{2F39B493-897A-4D5D-8205-76DC14A4D077}"/>
              </a:ext>
            </a:extLst>
          </p:cNvPr>
          <p:cNvSpPr>
            <a:spLocks xmlns:a="http://schemas.openxmlformats.org/drawingml/2006/main" noGrp="1"/>
          </p:cNvSpPr>
          <p:nvPr/>
        </p:nvSpPr>
        <p:spPr>
          <a:xfrm xmlns:a="http://schemas.openxmlformats.org/drawingml/2006/main">
            <a:off x="7029450" y="3895725"/>
            <a:ext cx="470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A는 필터와 관계없이 포함되는 시작 에셋</a:t>
            </a:r>
          </a:p>
        </p:txBody>
      </p:sp>
      <p:sp>
        <p:nvSpPr>
          <p:cNvPr id="14" name="link-468">
            <ns0:hlinkClick xmlns:ns0="http://schemas.openxmlformats.org/drawingml/2006/main" xmlns:ns1="http://schemas.openxmlformats.org/officeDocument/2006/relationships" ns1:id="rIdLink5"/>
            <a:extLst xmlns:a="http://schemas.openxmlformats.org/drawingml/2006/main">
              <a:ext uri="{FF2B5EF4-FFF2-40B4-BE49-F238E27FC236}">
                <a16:creationId xmlns:a16="http://schemas.microsoft.com/office/drawing/2014/main" id="{25C47590-01C6-4F0C-9956-DCD365F8CC97}"/>
              </a:ext>
            </a:extLst>
          </p:cNvPr>
          <p:cNvSpPr>
            <a:spLocks xmlns:a="http://schemas.openxmlformats.org/drawingml/2006/main" noGrp="1"/>
          </p:cNvSpPr>
          <p:nvPr/>
        </p:nvSpPr>
        <p:spPr>
          <a:xfrm xmlns:a="http://schemas.openxmlformats.org/drawingml/2006/main">
            <a:off x="457200" y="4095750"/>
            <a:ext cx="609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Enter 확정 후 실제 화면 ↗</a:t>
            </a:r>
          </a:p>
        </p:txBody>
      </p:sp>
      <p:sp>
        <p:nvSpPr>
          <p:cNvPr id="15" name="link-469">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ED7F5B21-BC23-4BF7-91A8-71FB0A5EE012}"/>
              </a:ext>
            </a:extLst>
          </p:cNvPr>
          <p:cNvSpPr>
            <a:spLocks xmlns:a="http://schemas.openxmlformats.org/drawingml/2006/main" noGrp="1"/>
          </p:cNvSpPr>
          <p:nvPr/>
        </p:nvSpPr>
        <p:spPr>
          <a:xfrm xmlns:a="http://schemas.openxmlformats.org/drawingml/2006/main">
            <a:off x="7029450" y="4095750"/>
            <a:ext cx="4705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Enter 결과 CSV 원본 ↗</a:t>
            </a:r>
          </a:p>
        </p:txBody>
      </p:sp>
      <p:sp>
        <p:nvSpPr>
          <p:cNvPr id="16" name="text-470">
            <a:extLst xmlns:a="http://schemas.openxmlformats.org/drawingml/2006/main">
              <a:ext uri="{FF2B5EF4-FFF2-40B4-BE49-F238E27FC236}">
                <a16:creationId xmlns:a16="http://schemas.microsoft.com/office/drawing/2014/main" id="{BC35FE09-8245-415F-AB19-3313387EF52E}"/>
              </a:ext>
            </a:extLst>
          </p:cNvPr>
          <p:cNvSpPr>
            <a:spLocks xmlns:a="http://schemas.openxmlformats.org/drawingml/2006/main" noGrp="1"/>
          </p:cNvSpPr>
          <p:nvPr/>
        </p:nvSpPr>
        <p:spPr>
          <a:xfrm xmlns:a="http://schemas.openxmlformats.org/drawingml/2006/main">
            <a:off x="457200" y="432435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183440"/>
                </a:solidFill>
                <a:latin typeface="Malgun Gothic"/>
                <a:ea typeface="Malgun Gothic"/>
                <a:cs typeface="Malgun Gothic"/>
              </a:defRPr>
            </a:defPPr>
            <a:lvl1pPr>
              <a:defRPr sz="1650" b="1">
                <a:solidFill>
                  <a:srgbClr val="183440"/>
                </a:solidFill>
                <a:latin typeface="Malgun Gothic"/>
                <a:ea typeface="Malgun Gothic"/>
                <a:cs typeface="Malgun Gothic"/>
              </a:defRPr>
            </a:lvl1pPr>
            <a:lvl2pPr>
              <a:defRPr sz="1650" b="1">
                <a:solidFill>
                  <a:srgbClr val="183440"/>
                </a:solidFill>
                <a:latin typeface="Malgun Gothic"/>
                <a:ea typeface="Malgun Gothic"/>
                <a:cs typeface="Malgun Gothic"/>
              </a:defRPr>
            </a:lvl2pPr>
            <a:lvl3pPr>
              <a:defRPr sz="1650" b="1">
                <a:solidFill>
                  <a:srgbClr val="183440"/>
                </a:solidFill>
                <a:latin typeface="Malgun Gothic"/>
                <a:ea typeface="Malgun Gothic"/>
                <a:cs typeface="Malgun Gothic"/>
              </a:defRPr>
            </a:lvl3pPr>
            <a:lvl4pPr>
              <a:defRPr sz="1650" b="1">
                <a:solidFill>
                  <a:srgbClr val="183440"/>
                </a:solidFill>
                <a:latin typeface="Malgun Gothic"/>
                <a:ea typeface="Malgun Gothic"/>
                <a:cs typeface="Malgun Gothic"/>
              </a:defRPr>
            </a:lvl4pPr>
            <a:lvl5pPr>
              <a:defRPr sz="1650" b="1">
                <a:solidFill>
                  <a:srgbClr val="183440"/>
                </a:solidFill>
                <a:latin typeface="Malgun Gothic"/>
                <a:ea typeface="Malgun Gothic"/>
                <a:cs typeface="Malgun Gothic"/>
              </a:defRPr>
            </a:lvl5pPr>
            <a:lvl6pPr>
              <a:defRPr sz="1650" b="1">
                <a:solidFill>
                  <a:srgbClr val="183440"/>
                </a:solidFill>
                <a:latin typeface="Malgun Gothic"/>
                <a:ea typeface="Malgun Gothic"/>
                <a:cs typeface="Malgun Gothic"/>
              </a:defRPr>
            </a:lvl6pPr>
            <a:lvl7pPr>
              <a:defRPr sz="1650" b="1">
                <a:solidFill>
                  <a:srgbClr val="183440"/>
                </a:solidFill>
                <a:latin typeface="Malgun Gothic"/>
                <a:ea typeface="Malgun Gothic"/>
                <a:cs typeface="Malgun Gothic"/>
              </a:defRPr>
            </a:lvl7pPr>
            <a:lvl8pPr>
              <a:defRPr sz="1650" b="1">
                <a:solidFill>
                  <a:srgbClr val="183440"/>
                </a:solidFill>
                <a:latin typeface="Malgun Gothic"/>
                <a:ea typeface="Malgun Gothic"/>
                <a:cs typeface="Malgun Gothic"/>
              </a:defRPr>
            </a:lvl8pPr>
            <a:lvl9pPr>
              <a:defRPr sz="1650" b="1">
                <a:solidFill>
                  <a:srgbClr val="183440"/>
                </a:solidFill>
                <a:latin typeface="Malgun Gothic"/>
                <a:ea typeface="Malgun Gothic"/>
                <a:cs typeface="Malgun Gothic"/>
              </a:defRPr>
            </a:lvl9pPr>
          </a:lstStyle>
          <a:p xmlns:a="http://schemas.openxmlformats.org/drawingml/2006/main">
            <a:pP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함께 확인한 기존 입력 동작</a:t>
            </a:r>
          </a:p>
        </p:txBody>
      </p:sp>
      <p:graphicFrame>
        <p:nvGraphicFramePr>
          <p:cNvPr id="17" name="">
            <a:extLst xmlns:a="http://schemas.openxmlformats.org/drawingml/2006/main">
              <a:ext uri="{FF2B5EF4-FFF2-40B4-BE49-F238E27FC236}">
                <a16:creationId xmlns:a16="http://schemas.microsoft.com/office/drawing/2014/main" id="{95384B22-7440-4643-8152-AFE74C7A4803}"/>
              </a:ext>
            </a:extLst>
          </p:cNvPr>
          <p:cNvGraphicFramePr/>
          <p:nvPr/>
        </p:nvGraphicFramePr>
        <p:xfrm>
          <a:off xmlns:a="http://schemas.openxmlformats.org/drawingml/2006/main" x="457200" y="4648200"/>
          <a:ext xmlns:a="http://schemas.openxmlformats.org/drawingml/2006/main" cx="11277600" cy="1371600"/>
        </p:xfrm>
        <a:graphic xmlns:a="http://schemas.openxmlformats.org/drawingml/2006/main">
          <a:graphicData uri="http://schemas.openxmlformats.org/drawingml/2006/table">
            <a:tbl>
              <a:tblPr/>
              <a:tblGrid>
                <a:gridCol w="4095750"/>
                <a:gridCol w="4819650"/>
                <a:gridCol w="2362200"/>
              </a:tblGrid>
              <a:tr h="247650">
                <a:tc>
                  <a:txBody>
                    <a:bodyPr/>
                    <a:lstStyle/>
                    <a:p>
                      <a:r>
                        <a:rPr sz="1350" b="1">
                          <a:solidFill>
                            <a:srgbClr val="183440"/>
                          </a:solidFill>
                          <a:latin typeface="Malgun Gothic"/>
                          <a:ea typeface="Malgun Gothic"/>
                          <a:cs typeface="Malgun Gothic"/>
                        </a:rPr>
                        <a:t>조작</a:t>
                      </a:r>
                    </a:p>
                  </a:txBody>
                  <a:tcPr marL="95250" marR="76200" marT="19050" marB="190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확인된 결과</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350" b="1">
                          <a:solidFill>
                            <a:srgbClr val="183440"/>
                          </a:solidFill>
                          <a:latin typeface="Malgun Gothic"/>
                          <a:ea typeface="Malgun Gothic"/>
                          <a:cs typeface="Malgun Gothic"/>
                        </a:rPr>
                        <a:t>근거</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419100">
                <a:tc>
                  <a:txBody>
                    <a:bodyPr anchor="ctr" wrap="square" lIns="95250" rIns="95250" tIns="0" bIns="0"/>
                    <a:lstStyle/>
                    <a:p>
                      <a:pPr algn="l">
                        <a:lnSpc>
                          <a:spcPct val="100000"/>
                        </a:lnSpc>
                      </a:pPr>
                      <a:r>
                        <a:rPr sz="1275" b="0">
                          <a:solidFill>
                            <a:srgbClr val="183440"/>
                          </a:solidFill>
                          <a:latin typeface="Malgun Gothic"/>
                          <a:ea typeface="Malgun Gothic"/>
                          <a:cs typeface="Malgun Gothic"/>
                        </a:rPr>
                        <a:t>C 폴더 경로 입력 → 다른 곳을 클릭</a:t>
                      </a:r>
                    </a:p>
                    <a:p>
                      <a:pPr algn="l">
                        <a:lnSpc>
                          <a:spcPct val="100000"/>
                        </a:lnSpc>
                      </a:pPr>
                      <a:r>
                        <a:rPr sz="1275" b="0">
                          <a:solidFill>
                            <a:srgbClr val="183440"/>
                          </a:solidFill>
                          <a:latin typeface="Malgun Gothic"/>
                          <a:ea typeface="Malgun Gothic"/>
                          <a:cs typeface="Malgun Gothic"/>
                        </a:rPr>
                        <a:t>입력 확정</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C 경로 확정 · A와 C 출력</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419100">
                <a:tc>
                  <a:txBody>
                    <a:bodyPr anchor="ctr" wrap="square" lIns="95250" rIns="95250" tIns="0" bIns="0"/>
                    <a:lstStyle/>
                    <a:p>
                      <a:pPr algn="l">
                        <a:lnSpc>
                          <a:spcPct val="100000"/>
                        </a:lnSpc>
                      </a:pPr>
                      <a:r>
                        <a:rPr sz="1275" b="0">
                          <a:solidFill>
                            <a:srgbClr val="183440"/>
                          </a:solidFill>
                          <a:latin typeface="Malgun Gothic"/>
                          <a:ea typeface="Malgun Gothic"/>
                          <a:cs typeface="Malgun Gothic"/>
                        </a:rPr>
                        <a:t>C 경로 확정 → B 경로로 편집 중</a:t>
                      </a:r>
                    </a:p>
                    <a:p>
                      <a:pPr algn="l">
                        <a:lnSpc>
                          <a:spcPct val="100000"/>
                        </a:lnSpc>
                      </a:pPr>
                      <a:r>
                        <a:rPr sz="1275" b="0">
                          <a:solidFill>
                            <a:srgbClr val="183440"/>
                          </a:solidFill>
                          <a:latin typeface="Malgun Gothic"/>
                          <a:ea typeface="Malgun Gothic"/>
                          <a:cs typeface="Malgun Gothic"/>
                        </a:rPr>
                        <a:t>Escape</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nchor="ctr" wrap="square" lIns="95250" rIns="95250" tIns="0" bIns="0"/>
                    <a:lstStyle/>
                    <a:p>
                      <a:pPr algn="l">
                        <a:lnSpc>
                          <a:spcPct val="100000"/>
                        </a:lnSpc>
                      </a:pPr>
                      <a:r>
                        <a:rPr sz="1275" b="0">
                          <a:solidFill>
                            <a:srgbClr val="183440"/>
                          </a:solidFill>
                          <a:latin typeface="Malgun Gothic"/>
                          <a:ea typeface="Malgun Gothic"/>
                          <a:cs typeface="Malgun Gothic"/>
                        </a:rPr>
                        <a:t>편집 중인 B 입력 취소 → C 경로 복원</a:t>
                      </a:r>
                    </a:p>
                    <a:p>
                      <a:pPr algn="l">
                        <a:lnSpc>
                          <a:spcPct val="100000"/>
                        </a:lnSpc>
                      </a:pPr>
                      <a:r>
                        <a:rPr sz="1275" b="0">
                          <a:solidFill>
                            <a:srgbClr val="183440"/>
                          </a:solidFill>
                          <a:latin typeface="Malgun Gothic"/>
                          <a:ea typeface="Malgun Gothic"/>
                          <a:cs typeface="Malgun Gothic"/>
                        </a:rPr>
                        <a:t>CSV도 기존 C 결과와 동일</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85750">
                <a:tc>
                  <a:txBody>
                    <a:bodyPr/>
                    <a:lstStyle/>
                    <a:p>
                      <a:r>
                        <a:rPr sz="1350" b="0">
                          <a:solidFill>
                            <a:srgbClr val="183440"/>
                          </a:solidFill>
                          <a:latin typeface="Malgun Gothic"/>
                          <a:ea typeface="Malgun Gothic"/>
                          <a:cs typeface="Malgun Gothic"/>
                        </a:rPr>
                        <a:t>입력란을 비운 뒤 Enter</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필터 해제 · 분석 결과 10행</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350"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18" name="link-471">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7385ADF0-A1AB-4C2F-9849-D2356E9CB2DC}"/>
              </a:ext>
            </a:extLst>
          </p:cNvPr>
          <p:cNvSpPr>
            <a:spLocks xmlns:a="http://schemas.openxmlformats.org/drawingml/2006/main" noGrp="1"/>
          </p:cNvSpPr>
          <p:nvPr/>
        </p:nvSpPr>
        <p:spPr>
          <a:xfrm xmlns:a="http://schemas.openxmlformats.org/drawingml/2006/main">
            <a:off x="9505950" y="50006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화면 ↗</a:t>
            </a:r>
          </a:p>
        </p:txBody>
      </p:sp>
      <p:sp>
        <p:nvSpPr>
          <p:cNvPr id="19" name="link-472">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0A20C80B-5685-4F1A-A85E-05FF9E3F1903}"/>
              </a:ext>
            </a:extLst>
          </p:cNvPr>
          <p:cNvSpPr>
            <a:spLocks xmlns:a="http://schemas.openxmlformats.org/drawingml/2006/main" noGrp="1"/>
          </p:cNvSpPr>
          <p:nvPr/>
        </p:nvSpPr>
        <p:spPr>
          <a:xfrm xmlns:a="http://schemas.openxmlformats.org/drawingml/2006/main">
            <a:off x="10572750" y="50006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a:t>
            </a:r>
          </a:p>
        </p:txBody>
      </p:sp>
      <p:sp>
        <p:nvSpPr>
          <p:cNvPr id="20" name="link-473">
            <ns0:hlinkClick xmlns:ns0="http://schemas.openxmlformats.org/drawingml/2006/main" xmlns:ns1="http://schemas.openxmlformats.org/officeDocument/2006/relationships" ns1:id="rIdLink9"/>
            <a:extLst xmlns:a="http://schemas.openxmlformats.org/drawingml/2006/main">
              <a:ext uri="{FF2B5EF4-FFF2-40B4-BE49-F238E27FC236}">
                <a16:creationId xmlns:a16="http://schemas.microsoft.com/office/drawing/2014/main" id="{60A6C057-3903-484C-BD55-792F464B5990}"/>
              </a:ext>
            </a:extLst>
          </p:cNvPr>
          <p:cNvSpPr>
            <a:spLocks xmlns:a="http://schemas.openxmlformats.org/drawingml/2006/main" noGrp="1"/>
          </p:cNvSpPr>
          <p:nvPr/>
        </p:nvSpPr>
        <p:spPr>
          <a:xfrm xmlns:a="http://schemas.openxmlformats.org/drawingml/2006/main">
            <a:off x="9505950" y="54197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화면 ↗</a:t>
            </a:r>
          </a:p>
        </p:txBody>
      </p:sp>
      <p:sp>
        <p:nvSpPr>
          <p:cNvPr id="21" name="link-474">
            <ns0:hlinkClick xmlns:ns0="http://schemas.openxmlformats.org/drawingml/2006/main" xmlns:ns1="http://schemas.openxmlformats.org/officeDocument/2006/relationships" ns1:id="rIdLink10"/>
            <a:extLst xmlns:a="http://schemas.openxmlformats.org/drawingml/2006/main">
              <a:ext uri="{FF2B5EF4-FFF2-40B4-BE49-F238E27FC236}">
                <a16:creationId xmlns:a16="http://schemas.microsoft.com/office/drawing/2014/main" id="{4DD7167C-D77E-4264-97EA-9922B47F9515}"/>
              </a:ext>
            </a:extLst>
          </p:cNvPr>
          <p:cNvSpPr>
            <a:spLocks xmlns:a="http://schemas.openxmlformats.org/drawingml/2006/main" noGrp="1"/>
          </p:cNvSpPr>
          <p:nvPr/>
        </p:nvSpPr>
        <p:spPr>
          <a:xfrm xmlns:a="http://schemas.openxmlformats.org/drawingml/2006/main">
            <a:off x="10572750" y="54197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a:t>
            </a:r>
          </a:p>
        </p:txBody>
      </p:sp>
      <p:sp>
        <p:nvSpPr>
          <p:cNvPr id="22" name="link-475">
            <ns0:hlinkClick xmlns:ns0="http://schemas.openxmlformats.org/drawingml/2006/main" xmlns:ns1="http://schemas.openxmlformats.org/officeDocument/2006/relationships" ns1:id="rIdLink11"/>
            <a:extLst xmlns:a="http://schemas.openxmlformats.org/drawingml/2006/main">
              <a:ext uri="{FF2B5EF4-FFF2-40B4-BE49-F238E27FC236}">
                <a16:creationId xmlns:a16="http://schemas.microsoft.com/office/drawing/2014/main" id="{BA0EC102-B998-4298-8220-EA16C73B0937}"/>
              </a:ext>
            </a:extLst>
          </p:cNvPr>
          <p:cNvSpPr>
            <a:spLocks xmlns:a="http://schemas.openxmlformats.org/drawingml/2006/main" noGrp="1"/>
          </p:cNvSpPr>
          <p:nvPr/>
        </p:nvSpPr>
        <p:spPr>
          <a:xfrm xmlns:a="http://schemas.openxmlformats.org/drawingml/2006/main">
            <a:off x="9505950" y="57721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화면 ↗</a:t>
            </a:r>
          </a:p>
        </p:txBody>
      </p:sp>
      <p:sp>
        <p:nvSpPr>
          <p:cNvPr id="23" name="link-476">
            <ns0:hlinkClick xmlns:ns0="http://schemas.openxmlformats.org/drawingml/2006/main" xmlns:ns1="http://schemas.openxmlformats.org/officeDocument/2006/relationships" ns1:id="rIdLink12"/>
            <a:extLst xmlns:a="http://schemas.openxmlformats.org/drawingml/2006/main">
              <a:ext uri="{FF2B5EF4-FFF2-40B4-BE49-F238E27FC236}">
                <a16:creationId xmlns:a16="http://schemas.microsoft.com/office/drawing/2014/main" id="{B288F24B-3C7E-4EC9-9E86-4EABF3CCCA34}"/>
              </a:ext>
            </a:extLst>
          </p:cNvPr>
          <p:cNvSpPr>
            <a:spLocks xmlns:a="http://schemas.openxmlformats.org/drawingml/2006/main" noGrp="1"/>
          </p:cNvSpPr>
          <p:nvPr/>
        </p:nvSpPr>
        <p:spPr>
          <a:xfrm xmlns:a="http://schemas.openxmlformats.org/drawingml/2006/main">
            <a:off x="10572750" y="57721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rPr>
              <a:t>CSV ↗</a:t>
            </a:r>
          </a:p>
        </p:txBody>
      </p:sp>
      <p:sp>
        <p:nvSpPr>
          <p:cNvPr id="24" name="rect-477">
            <a:extLst xmlns:a="http://schemas.openxmlformats.org/drawingml/2006/main">
              <a:ext uri="{FF2B5EF4-FFF2-40B4-BE49-F238E27FC236}">
                <a16:creationId xmlns:a16="http://schemas.microsoft.com/office/drawing/2014/main" id="{DECAC545-EAF8-4188-833B-245234C5A350}"/>
              </a:ext>
            </a:extLst>
          </p:cNvPr>
          <p:cNvSpPr>
            <a:spLocks xmlns:a="http://schemas.openxmlformats.org/drawingml/2006/main" noGrp="1"/>
          </p:cNvSpPr>
          <p:nvPr/>
        </p:nvSpPr>
        <p:spPr>
          <a:xfrm xmlns:a="http://schemas.openxmlformats.org/drawingml/2006/main">
            <a:off x="0" y="6115050"/>
            <a:ext cx="12192000" cy="74295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5" name="text-478">
            <a:extLst xmlns:a="http://schemas.openxmlformats.org/drawingml/2006/main">
              <a:ext uri="{FF2B5EF4-FFF2-40B4-BE49-F238E27FC236}">
                <a16:creationId xmlns:a16="http://schemas.microsoft.com/office/drawing/2014/main" id="{3CFE70C0-9615-406B-8F81-F67548EA3D46}"/>
              </a:ext>
            </a:extLst>
          </p:cNvPr>
          <p:cNvSpPr>
            <a:spLocks xmlns:a="http://schemas.openxmlformats.org/drawingml/2006/main" noGrp="1"/>
          </p:cNvSpPr>
          <p:nvPr/>
        </p:nvSpPr>
        <p:spPr>
          <a:xfrm xmlns:a="http://schemas.openxmlformats.org/drawingml/2006/main">
            <a:off x="457200" y="6134100"/>
            <a:ext cx="561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xmlns:a="http://schemas.openxmlformats.org/drawingml/2006/main">
            <a:pP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추가 QA · 2026.10.21 · Codex 실행 · 별도 UE5.4 Data Asset 환경</a:t>
            </a:r>
          </a:p>
        </p:txBody>
      </p:sp>
      <p:sp>
        <p:nvSpPr>
          <p:cNvPr id="26" name="link-479">
            <ns0:hlinkClick xmlns:ns0="http://schemas.openxmlformats.org/drawingml/2006/main" xmlns:ns1="http://schemas.openxmlformats.org/officeDocument/2006/relationships" ns1:id="rIdLink13"/>
            <a:extLst xmlns:a="http://schemas.openxmlformats.org/drawingml/2006/main">
              <a:ext uri="{FF2B5EF4-FFF2-40B4-BE49-F238E27FC236}">
                <a16:creationId xmlns:a16="http://schemas.microsoft.com/office/drawing/2014/main" id="{81A90452-F13A-4E46-9101-1B6A452708B2}"/>
              </a:ext>
            </a:extLst>
          </p:cNvPr>
          <p:cNvSpPr>
            <a:spLocks xmlns:a="http://schemas.openxmlformats.org/drawingml/2006/main" noGrp="1"/>
          </p:cNvSpPr>
          <p:nvPr/>
        </p:nvSpPr>
        <p:spPr>
          <a:xfrm xmlns:a="http://schemas.openxmlformats.org/drawingml/2006/main">
            <a:off x="457200" y="6572250"/>
            <a:ext cx="561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개발 당시: 사용자 Escape 복원 확인 기록 ↗</a:t>
            </a:r>
          </a:p>
        </p:txBody>
      </p:sp>
      <p:sp>
        <p:nvSpPr>
          <p:cNvPr id="27" name="link-480">
            <ns0:hlinkClick xmlns:ns0="http://schemas.openxmlformats.org/drawingml/2006/main" xmlns:ns1="http://schemas.openxmlformats.org/officeDocument/2006/relationships" ns1:id="rIdLink14"/>
            <a:extLst xmlns:a="http://schemas.openxmlformats.org/drawingml/2006/main">
              <a:ext uri="{FF2B5EF4-FFF2-40B4-BE49-F238E27FC236}">
                <a16:creationId xmlns:a16="http://schemas.microsoft.com/office/drawing/2014/main" id="{CCEB1394-C6B5-419F-B893-FEBEE58AED89}"/>
              </a:ext>
            </a:extLst>
          </p:cNvPr>
          <p:cNvSpPr>
            <a:spLocks xmlns:a="http://schemas.openxmlformats.org/drawingml/2006/main" noGrp="1"/>
          </p:cNvSpPr>
          <p:nvPr/>
        </p:nvSpPr>
        <p:spPr>
          <a:xfrm xmlns:a="http://schemas.openxmlformats.org/drawingml/2006/main">
            <a:off x="6324600" y="6572250"/>
            <a:ext cx="541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추가 QA 화면·영상·이벤트 로그 ↗</a:t>
            </a:r>
          </a:p>
        </p:txBody>
      </p:sp>
      <p:sp>
        <p:nvSpPr>
          <p:cNvPr id="28" name="text-481">
            <a:extLst xmlns:a="http://schemas.openxmlformats.org/drawingml/2006/main">
              <a:ext uri="{FF2B5EF4-FFF2-40B4-BE49-F238E27FC236}">
                <a16:creationId xmlns:a16="http://schemas.microsoft.com/office/drawing/2014/main" id="{D630517A-87FD-4F15-B9AB-CB678F675EAA}"/>
              </a:ext>
            </a:extLst>
          </p:cNvPr>
          <p:cNvSpPr>
            <a:spLocks xmlns:a="http://schemas.openxmlformats.org/drawingml/2006/main" noGrp="1"/>
          </p:cNvSpPr>
          <p:nvPr/>
        </p:nvSpPr>
        <p:spPr>
          <a:xfrm xmlns:a="http://schemas.openxmlformats.org/drawingml/2006/main">
            <a:off x="6324600" y="6134100"/>
            <a:ext cx="5410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a:p xmlns:a="http://schemas.openxmlformats.org/drawingml/2006/main">
            <a:pPr>
              <a:defRPr sz="1125" b="0">
                <a:solidFill>
                  <a:srgbClr val="56616B"/>
                </a:solidFill>
                <a:latin typeface="Malgun Gothic"/>
                <a:ea typeface="Malgun Gothic"/>
                <a:cs typeface="Malgun Gothic"/>
              </a:defRPr>
            </a:pPr>
            <a:r>
              <a:rPr sz="1125" b="0">
                <a:solidFill>
                  <a:srgbClr val="56616B"/>
                </a:solidFill>
                <a:latin typeface="Malgun Gothic"/>
                <a:ea typeface="Malgun Gothic"/>
                <a:cs typeface="Malgun Gothic"/>
              </a:rPr>
              <a:t>미검증: 과거 전체 빌드·다른 UE 버전</a:t>
            </a:r>
          </a:p>
        </p:txBody>
      </p:sp>
      <p:sp>
        <p:nvSpPr>
          <p:cNvPr id="29" name="link-482">
            <ns0:hlinkClick xmlns:ns0="http://schemas.openxmlformats.org/drawingml/2006/main" xmlns:ns1="http://schemas.openxmlformats.org/officeDocument/2006/relationships" ns1:id="rIdLink15"/>
            <a:extLst xmlns:a="http://schemas.openxmlformats.org/drawingml/2006/main">
              <a:ext uri="{FF2B5EF4-FFF2-40B4-BE49-F238E27FC236}">
                <a16:creationId xmlns:a16="http://schemas.microsoft.com/office/drawing/2014/main" id="{FD4CB968-7927-49C7-B26A-C0C028A1CDA3}"/>
              </a:ext>
            </a:extLst>
          </p:cNvPr>
          <p:cNvSpPr>
            <a:spLocks xmlns:a="http://schemas.openxmlformats.org/drawingml/2006/main" noGrp="1"/>
          </p:cNvSpPr>
          <p:nvPr/>
        </p:nvSpPr>
        <p:spPr>
          <a:xfrm xmlns:a="http://schemas.openxmlformats.org/drawingml/2006/main">
            <a:off x="457200" y="6343650"/>
            <a:ext cx="11277600" cy="17145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050" b="0">
                <ns2:solidFill>
                  <ns2:srgbClr val="628B9B"/>
                </ns2:solidFill>
                <ns2:latin typeface="Malgun Gothic"/>
                <ns2:ea typeface="Malgun Gothic"/>
                <ns2:cs typeface="Malgun Gothic"/>
              </ns2:rPr>
              <ns2:t>비교 범위: Enter는 이전 입력 처리와 비교 · 클릭·Escape·빈 입력은 수정 후 동작만 확인 →</ns2:t>
            </ns2:r>
          </ns2:p>
        </p:txBody>
      </p:sp>
      <p:sp>
        <p:nvSpPr>
          <p:cNvPr id="9000" name="검증 상세 ↗">
            <a:extLst xmlns:a="http://schemas.openxmlformats.org/drawingml/2006/main">
              <a:ext uri="{FF2B5EF4-FFF2-40B4-BE49-F238E27FC236}">
                <a16:creationId xmlns:a16="http://schemas.microsoft.com/office/drawing/2014/main" id="{78788FEA-270F-4FE9-81FB-0B6986BD60FF}"/>
              </a:ext>
            </a:extLst>
            <ns3:hlinkClick xmlns:ns3="http://schemas.openxmlformats.org/drawingml/2006/main" xmlns:ns4="http://schemas.openxmlformats.org/officeDocument/2006/relationships" ns4:id="rIdFullReview0"/>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008B98"/>
                </ns2:solidFill>
                <ns2:latin typeface="Malgun Gothic"/>
                <ns2:ea typeface="Malgun Gothic"/>
                <ns2:cs typeface="Malgun Gothic"/>
              </ns2:rPr>
              <ns2:t>검증 상세 ↗</ns2:t>
            </ns2:r>
          </ns2:p>
        </p:txBody>
      </p:sp>
      <p:sp>
        <p:nvSpPr>
          <p:cNvPr id="9001" name="입력 검증 영상 ↗">
            <a:extLst xmlns:a="http://schemas.openxmlformats.org/drawingml/2006/main">
              <a:ext uri="{FF2B5EF4-FFF2-40B4-BE49-F238E27FC236}">
                <a16:creationId xmlns:a16="http://schemas.microsoft.com/office/drawing/2014/main" id="{78788FEA-270F-4FE9-81FB-0B6986BD60FF}"/>
              </a:ext>
            </a:extLst>
            <ns3:hlinkClick xmlns:ns3="http://schemas.openxmlformats.org/drawingml/2006/main" xmlns:ns4="http://schemas.openxmlformats.org/officeDocument/2006/relationships" ns4:id="rIdFullReview1"/>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B65E18"/>
                </ns2:solidFill>
                <ns2:latin typeface="Malgun Gothic"/>
                <ns2:ea typeface="Malgun Gothic"/>
                <ns2:cs typeface="Malgun Gothic"/>
              </ns2:rPr>
              <ns2:t>입력 검증 영상 ↗</ns2:t>
            </ns2:r>
          </ns2:p>
        </p:txBody>
      </p:sp>
    </p:spTree>
    <p:extLst>
      <p:ext uri="{BB962C8B-B14F-4D97-AF65-F5344CB8AC3E}">
        <p14:creationId xmlns:p14="http://schemas.microsoft.com/office/powerpoint/2010/main" val="5566830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360">
            <a:extLst xmlns:a="http://schemas.openxmlformats.org/drawingml/2006/main">
              <a:ext uri="{FF2B5EF4-FFF2-40B4-BE49-F238E27FC236}">
                <a16:creationId xmlns:a16="http://schemas.microsoft.com/office/drawing/2014/main" id="{838CA72E-6436-4F00-84DE-F773561321A9}"/>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sp>
      <p:sp>
        <p:nvSpPr>
          <p:cNvPr id="2" name="rect-361">
            <a:extLst xmlns:a="http://schemas.openxmlformats.org/drawingml/2006/main">
              <a:ext uri="{FF2B5EF4-FFF2-40B4-BE49-F238E27FC236}">
                <a16:creationId xmlns:a16="http://schemas.microsoft.com/office/drawing/2014/main" id="{8FECF4A6-2818-429A-8CB0-76B4F6573BF5}"/>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sp>
      <p:sp>
        <p:nvSpPr>
          <p:cNvPr id="3" name="text-362">
            <a:extLst xmlns:a="http://schemas.openxmlformats.org/drawingml/2006/main">
              <a:ext uri="{FF2B5EF4-FFF2-40B4-BE49-F238E27FC236}">
                <a16:creationId xmlns:a16="http://schemas.microsoft.com/office/drawing/2014/main" id="{7613AE88-A958-48CF-B55A-9107BFEC169D}"/>
              </a:ext>
            </a:extLst>
          </p:cNvPr>
          <p:cNvSpPr>
            <a:spLocks xmlns:a="http://schemas.openxmlformats.org/drawingml/2006/main" noGrp="1"/>
          </p:cNvSpPr>
          <p:nvPr/>
        </p:nvSpPr>
        <p:spPr>
          <a:xfrm xmlns:a="http://schemas.openxmlformats.org/drawingml/2006/main">
            <a:off x="457200" y="257175"/>
            <a:ext cx="895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A95718"/>
                </a:solidFill>
                <a:latin typeface="Malgun Gothic"/>
                <a:ea typeface="Malgun Gothic"/>
                <a:cs typeface="Malgun Gothic"/>
              </a:defRPr>
            </a:defPPr>
            <a:lvl1pPr>
              <a:defRPr sz="1200" b="1">
                <a:solidFill>
                  <a:srgbClr val="A95718"/>
                </a:solidFill>
                <a:latin typeface="Malgun Gothic"/>
                <a:ea typeface="Malgun Gothic"/>
                <a:cs typeface="Malgun Gothic"/>
              </a:defRPr>
            </a:lvl1pPr>
            <a:lvl2pPr>
              <a:defRPr sz="1200" b="1">
                <a:solidFill>
                  <a:srgbClr val="A95718"/>
                </a:solidFill>
                <a:latin typeface="Malgun Gothic"/>
                <a:ea typeface="Malgun Gothic"/>
                <a:cs typeface="Malgun Gothic"/>
              </a:defRPr>
            </a:lvl2pPr>
            <a:lvl3pPr>
              <a:defRPr sz="1200" b="1">
                <a:solidFill>
                  <a:srgbClr val="A95718"/>
                </a:solidFill>
                <a:latin typeface="Malgun Gothic"/>
                <a:ea typeface="Malgun Gothic"/>
                <a:cs typeface="Malgun Gothic"/>
              </a:defRPr>
            </a:lvl3pPr>
            <a:lvl4pPr>
              <a:defRPr sz="1200" b="1">
                <a:solidFill>
                  <a:srgbClr val="A95718"/>
                </a:solidFill>
                <a:latin typeface="Malgun Gothic"/>
                <a:ea typeface="Malgun Gothic"/>
                <a:cs typeface="Malgun Gothic"/>
              </a:defRPr>
            </a:lvl4pPr>
            <a:lvl5pPr>
              <a:defRPr sz="1200" b="1">
                <a:solidFill>
                  <a:srgbClr val="A95718"/>
                </a:solidFill>
                <a:latin typeface="Malgun Gothic"/>
                <a:ea typeface="Malgun Gothic"/>
                <a:cs typeface="Malgun Gothic"/>
              </a:defRPr>
            </a:lvl5pPr>
            <a:lvl6pPr>
              <a:defRPr sz="1200" b="1">
                <a:solidFill>
                  <a:srgbClr val="A95718"/>
                </a:solidFill>
                <a:latin typeface="Malgun Gothic"/>
                <a:ea typeface="Malgun Gothic"/>
                <a:cs typeface="Malgun Gothic"/>
              </a:defRPr>
            </a:lvl6pPr>
            <a:lvl7pPr>
              <a:defRPr sz="1200" b="1">
                <a:solidFill>
                  <a:srgbClr val="A95718"/>
                </a:solidFill>
                <a:latin typeface="Malgun Gothic"/>
                <a:ea typeface="Malgun Gothic"/>
                <a:cs typeface="Malgun Gothic"/>
              </a:defRPr>
            </a:lvl7pPr>
            <a:lvl8pPr>
              <a:defRPr sz="1200" b="1">
                <a:solidFill>
                  <a:srgbClr val="A95718"/>
                </a:solidFill>
                <a:latin typeface="Malgun Gothic"/>
                <a:ea typeface="Malgun Gothic"/>
                <a:cs typeface="Malgun Gothic"/>
              </a:defRPr>
            </a:lvl8pPr>
            <a:lvl9pPr>
              <a:defRPr sz="1200" b="1">
                <a:solidFill>
                  <a:srgbClr val="A95718"/>
                </a:solidFill>
                <a:latin typeface="Malgun Gothic"/>
                <a:ea typeface="Malgun Gothic"/>
                <a:cs typeface="Malgun Gothic"/>
              </a:defRPr>
            </a:lvl9pPr>
          </a:lstStyle>
          <a:p xmlns:a="http://schemas.openxmlformats.org/drawingml/2006/main">
            <a:pPr>
              <a:defRPr sz="1200" b="1">
                <a:solidFill>
                  <a:srgbClr val="A95718"/>
                </a:solidFill>
                <a:latin typeface="Malgun Gothic"/>
                <a:ea typeface="Malgun Gothic"/>
                <a:cs typeface="Malgun Gothic"/>
              </a:defRPr>
            </a:pPr>
            <a:r>
              <a:rPr sz="1200" b="1">
                <a:solidFill>
                  <a:srgbClr val="A95718"/>
                </a:solidFill>
                <a:latin typeface="Malgun Gothic"/>
                <a:ea typeface="Malgun Gothic"/>
                <a:cs typeface="Malgun Gothic"/>
              </a:rPr>
              <a:t>문제 해결·검증 | 미사용 후보 탐색 · 검증 (3/3)</a:t>
            </a:r>
          </a:p>
        </p:txBody>
      </p:sp>
      <p:sp>
        <p:nvSpPr>
          <p:cNvPr id="4" name="text-363">
            <a:extLst xmlns:a="http://schemas.openxmlformats.org/drawingml/2006/main">
              <a:ext uri="{FF2B5EF4-FFF2-40B4-BE49-F238E27FC236}">
                <a16:creationId xmlns:a16="http://schemas.microsoft.com/office/drawing/2014/main" id="{ACB98660-0758-42FA-90C0-004D4CAC38C4}"/>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검증: 에셋 선택 없이 미사용 후보 조회</a:t>
            </a:r>
          </a:p>
        </p:txBody>
      </p:sp>
      <p:sp>
        <p:nvSpPr>
          <p:cNvPr id="5" name="text-364">
            <a:extLst xmlns:a="http://schemas.openxmlformats.org/drawingml/2006/main">
              <a:ext uri="{FF2B5EF4-FFF2-40B4-BE49-F238E27FC236}">
                <a16:creationId xmlns:a16="http://schemas.microsoft.com/office/drawing/2014/main" id="{55145D46-0DAA-44C8-840B-5355F72CAE48}"/>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에셋 선택 없이 후보 2개를 조회하고, 참조받는 에셋의 제외를 확인했습니다.</a:t>
            </a:r>
          </a:p>
        </p:txBody>
      </p:sp>
      <p:sp>
        <p:nvSpPr>
          <p:cNvPr id="6" name="text-365">
            <a:extLst xmlns:a="http://schemas.openxmlformats.org/drawingml/2006/main">
              <a:ext uri="{FF2B5EF4-FFF2-40B4-BE49-F238E27FC236}">
                <a16:creationId xmlns:a16="http://schemas.microsoft.com/office/drawing/2014/main" id="{0E7027BA-4B61-46FC-8C1B-9992D95D622D}"/>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10 / 15</a:t>
            </a:r>
          </a:p>
        </p:txBody>
      </p:sp>
      <p:sp>
        <p:nvSpPr>
          <p:cNvPr id="7" name="link-366">
            <a:extLst xmlns:a="http://schemas.openxmlformats.org/drawingml/2006/main">
              <a:ext uri="{FF2B5EF4-FFF2-40B4-BE49-F238E27FC236}">
                <a16:creationId xmlns:a16="http://schemas.microsoft.com/office/drawing/2014/main" id="{542DFBBB-7C06-45E8-932D-B3EB263036FD}"/>
              </a:ext>
            </a:extLst>
            <ns0:hlinkClick xmlns:ns0="http://schemas.openxmlformats.org/drawingml/2006/main" xmlns:ns1="http://schemas.openxmlformats.org/officeDocument/2006/relationships" ns1:id="rIdLink5"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lIns="0" tIns="0" rIns="0" bIns="0" anchor="ctr" wrap="none"/>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8" name="text-367">
            <a:extLst xmlns:a="http://schemas.openxmlformats.org/drawingml/2006/main">
              <a:ext uri="{FF2B5EF4-FFF2-40B4-BE49-F238E27FC236}">
                <a16:creationId xmlns:a16="http://schemas.microsoft.com/office/drawing/2014/main" id="{5A8B32D2-E8A3-49E8-A74F-A4CA3F6D762A}"/>
              </a:ext>
            </a:extLst>
          </p:cNvPr>
          <p:cNvSpPr>
            <a:spLocks xmlns:a="http://schemas.openxmlformats.org/drawingml/2006/main" noGrp="1"/>
          </p:cNvSpPr>
          <p:nvPr/>
        </p:nvSpPr>
        <p:spPr>
          <a:xfrm xmlns:a="http://schemas.openxmlformats.org/drawingml/2006/main">
            <a:off x="457200" y="21431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실행 화면 | 선택 상태와 후보 목록</a:t>
            </a:r>
          </a:p>
        </p:txBody>
      </p:sp>
      <p:sp>
        <p:nvSpPr>
          <p:cNvPr id="9" name="text-368">
            <a:extLst xmlns:a="http://schemas.openxmlformats.org/drawingml/2006/main">
              <a:ext uri="{FF2B5EF4-FFF2-40B4-BE49-F238E27FC236}">
                <a16:creationId xmlns:a16="http://schemas.microsoft.com/office/drawing/2014/main" id="{58C3F5F6-E62E-4C1F-B7B3-868222A98A96}"/>
              </a:ext>
            </a:extLst>
          </p:cNvPr>
          <p:cNvSpPr>
            <a:spLocks xmlns:a="http://schemas.openxmlformats.org/drawingml/2006/main" noGrp="1"/>
          </p:cNvSpPr>
          <p:nvPr/>
        </p:nvSpPr>
        <p:spPr>
          <a:xfrm xmlns:a="http://schemas.openxmlformats.org/drawingml/2006/main">
            <a:off x="7429500" y="2143125"/>
            <a:ext cx="430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후보 탐색 결과</a:t>
            </a:r>
          </a:p>
        </p:txBody>
      </p:sp>
      <p:pic>
        <p:nvPicPr>
          <p:cNvPr id="10" name="">
            <a:extLst xmlns:a="http://schemas.openxmlformats.org/drawingml/2006/main">
              <a:ext uri="{FF2B5EF4-FFF2-40B4-BE49-F238E27FC236}">
                <a16:creationId xmlns:a16="http://schemas.microsoft.com/office/drawing/2014/main" id="{B2284553-1869-4751-9EB3-F857A9F410C4}"/>
              </a:ext>
            </a:extLst>
          </p:cNvPr>
          <p:cNvPicPr>
            <a:picLocks xmlns:a="http://schemas.openxmlformats.org/drawingml/2006/main" noChangeAspect="1"/>
          </p:cNvPicPr>
          <p:nvPr/>
        </p:nvPicPr>
        <p:blipFill>
          <a:blip xmlns:r="http://schemas.openxmlformats.org/officeDocument/2006/relationships" xmlns:a="http://schemas.openxmlformats.org/drawingml/2006/main" r:embed="R165cf5c503024136"/>
          <a:stretch xmlns:a="http://schemas.openxmlformats.org/drawingml/2006/main"/>
        </p:blipFill>
        <p:spPr>
          <a:xfrm xmlns:a="http://schemas.openxmlformats.org/drawingml/2006/main">
            <a:off x="457200" y="2476500"/>
            <a:ext cx="6477000" cy="535214"/>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39BFA25-4C53-49AB-A9EA-A193B021C445}"/>
              </a:ext>
            </a:extLst>
          </p:cNvPr>
          <p:cNvPicPr>
            <a:picLocks xmlns:a="http://schemas.openxmlformats.org/drawingml/2006/main" noChangeAspect="1"/>
          </p:cNvPicPr>
          <p:nvPr/>
        </p:nvPicPr>
        <p:blipFill>
          <a:blip xmlns:r="http://schemas.openxmlformats.org/officeDocument/2006/relationships" xmlns:a="http://schemas.openxmlformats.org/drawingml/2006/main" r:embed="R6e9eff64536743e5"/>
          <a:stretch xmlns:a="http://schemas.openxmlformats.org/drawingml/2006/main"/>
        </p:blipFill>
        <p:spPr>
          <a:xfrm xmlns:a="http://schemas.openxmlformats.org/drawingml/2006/main">
            <a:off x="457200" y="3171825"/>
            <a:ext cx="6477000" cy="696255"/>
          </a:xfrm>
          <a:prstGeom xmlns:a="http://schemas.openxmlformats.org/drawingml/2006/main" prst="rect">
            <a:avLst/>
          </a:prstGeom>
        </p:spPr>
      </p:pic>
      <p:sp>
        <p:nvSpPr>
          <p:cNvPr id="12" name="link-369">
            <ns0:hlinkClick xmlns:ns0="http://schemas.openxmlformats.org/drawingml/2006/main" xmlns:ns1="http://schemas.openxmlformats.org/officeDocument/2006/relationships" ns1:id="rIdLink6"/>
            <a:extLst xmlns:a="http://schemas.openxmlformats.org/drawingml/2006/main">
              <a:ext uri="{FF2B5EF4-FFF2-40B4-BE49-F238E27FC236}">
                <a16:creationId xmlns:a16="http://schemas.microsoft.com/office/drawing/2014/main" id="{A91938C9-77A8-4286-A775-A6870C5ABFE1}"/>
              </a:ext>
            </a:extLst>
          </p:cNvPr>
          <p:cNvSpPr>
            <a:spLocks xmlns:a="http://schemas.openxmlformats.org/drawingml/2006/main" noGrp="1"/>
          </p:cNvSpPr>
          <p:nvPr/>
        </p:nvSpPr>
        <p:spPr>
          <a:xfrm xmlns:a="http://schemas.openxmlformats.org/drawingml/2006/main">
            <a:off x="457200" y="3990975"/>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개발 당시 원본 화면 ↗</a:t>
            </a:r>
          </a:p>
        </p:txBody>
      </p:sp>
      <p:sp>
        <p:nvSpPr>
          <p:cNvPr id="13" name="rect-370">
            <a:extLst xmlns:a="http://schemas.openxmlformats.org/drawingml/2006/main">
              <a:ext uri="{FF2B5EF4-FFF2-40B4-BE49-F238E27FC236}">
                <a16:creationId xmlns:a16="http://schemas.microsoft.com/office/drawing/2014/main" id="{63EBC6F4-99AE-4CEE-83F1-DCEB2B7217E5}"/>
              </a:ext>
            </a:extLst>
          </p:cNvPr>
          <p:cNvSpPr>
            <a:spLocks xmlns:a="http://schemas.openxmlformats.org/drawingml/2006/main" noGrp="1"/>
          </p:cNvSpPr>
          <p:nvPr/>
        </p:nvSpPr>
        <p:spPr>
          <a:xfrm xmlns:a="http://schemas.openxmlformats.org/drawingml/2006/main">
            <a:off x="7429500" y="2476500"/>
            <a:ext cx="4305300" cy="1391580"/>
          </a:xfrm>
          <a:prstGeom xmlns:a="http://schemas.openxmlformats.org/drawingml/2006/main" prst="rect">
            <a:avLst/>
          </a:prstGeom>
          <a:noFill xmlns:a="http://schemas.openxmlformats.org/drawingml/2006/main"/>
          <a:ln xmlns:a="http://schemas.openxmlformats.org/drawingml/2006/main" w="7620">
            <a:solidFill>
              <a:srgbClr val="CBDDE1"/>
            </a:solidFill>
          </a:ln>
        </p:spPr>
      </p:sp>
      <p:sp>
        <p:nvSpPr>
          <p:cNvPr id="14" name="rect-371">
            <a:extLst xmlns:a="http://schemas.openxmlformats.org/drawingml/2006/main">
              <a:ext uri="{FF2B5EF4-FFF2-40B4-BE49-F238E27FC236}">
                <a16:creationId xmlns:a16="http://schemas.microsoft.com/office/drawing/2014/main" id="{AD44B693-FD2D-4373-BAEC-52B07B872BF4}"/>
              </a:ext>
            </a:extLst>
          </p:cNvPr>
          <p:cNvSpPr>
            <a:spLocks xmlns:a="http://schemas.openxmlformats.org/drawingml/2006/main" noGrp="1"/>
          </p:cNvSpPr>
          <p:nvPr/>
        </p:nvSpPr>
        <p:spPr>
          <a:xfrm xmlns:a="http://schemas.openxmlformats.org/drawingml/2006/main">
            <a:off x="7639050" y="3172290"/>
            <a:ext cx="3886200" cy="7620"/>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5" name="text-372">
            <a:extLst xmlns:a="http://schemas.openxmlformats.org/drawingml/2006/main">
              <a:ext uri="{FF2B5EF4-FFF2-40B4-BE49-F238E27FC236}">
                <a16:creationId xmlns:a16="http://schemas.microsoft.com/office/drawing/2014/main" id="{07CF32C3-1E61-40D2-819B-3349474B47E1}"/>
              </a:ext>
            </a:extLst>
          </p:cNvPr>
          <p:cNvSpPr>
            <a:spLocks xmlns:a="http://schemas.openxmlformats.org/drawingml/2006/main" noGrp="1"/>
          </p:cNvSpPr>
          <p:nvPr/>
        </p:nvSpPr>
        <p:spPr>
          <a:xfrm xmlns:a="http://schemas.openxmlformats.org/drawingml/2006/main">
            <a:off x="7639050" y="2591032"/>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조회 결과</a:t>
            </a:r>
          </a:p>
        </p:txBody>
      </p:sp>
      <p:sp>
        <p:nvSpPr>
          <p:cNvPr id="16" name="text-373">
            <a:extLst xmlns:a="http://schemas.openxmlformats.org/drawingml/2006/main">
              <a:ext uri="{FF2B5EF4-FFF2-40B4-BE49-F238E27FC236}">
                <a16:creationId xmlns:a16="http://schemas.microsoft.com/office/drawing/2014/main" id="{A7695C92-947B-435E-9459-6A53F5F78EBA}"/>
              </a:ext>
            </a:extLst>
          </p:cNvPr>
          <p:cNvSpPr>
            <a:spLocks xmlns:a="http://schemas.openxmlformats.org/drawingml/2006/main" noGrp="1"/>
          </p:cNvSpPr>
          <p:nvPr/>
        </p:nvSpPr>
        <p:spPr>
          <a:xfrm xmlns:a="http://schemas.openxmlformats.org/drawingml/2006/main">
            <a:off x="8782050" y="2591032"/>
            <a:ext cx="2743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183440"/>
                </a:solidFill>
                <a:latin typeface="Malgun Gothic"/>
                <a:ea typeface="Malgun Gothic"/>
                <a:cs typeface="Malgun Gothic"/>
              </a:defRPr>
            </a:defPPr>
            <a:lvl1pPr>
              <a:defRPr sz="1500" b="1">
                <a:solidFill>
                  <a:srgbClr val="183440"/>
                </a:solidFill>
                <a:latin typeface="Malgun Gothic"/>
                <a:ea typeface="Malgun Gothic"/>
                <a:cs typeface="Malgun Gothic"/>
              </a:defRPr>
            </a:lvl1pPr>
            <a:lvl2pPr>
              <a:defRPr sz="1500" b="1">
                <a:solidFill>
                  <a:srgbClr val="183440"/>
                </a:solidFill>
                <a:latin typeface="Malgun Gothic"/>
                <a:ea typeface="Malgun Gothic"/>
                <a:cs typeface="Malgun Gothic"/>
              </a:defRPr>
            </a:lvl2pPr>
            <a:lvl3pPr>
              <a:defRPr sz="1500" b="1">
                <a:solidFill>
                  <a:srgbClr val="183440"/>
                </a:solidFill>
                <a:latin typeface="Malgun Gothic"/>
                <a:ea typeface="Malgun Gothic"/>
                <a:cs typeface="Malgun Gothic"/>
              </a:defRPr>
            </a:lvl3pPr>
            <a:lvl4pPr>
              <a:defRPr sz="1500" b="1">
                <a:solidFill>
                  <a:srgbClr val="183440"/>
                </a:solidFill>
                <a:latin typeface="Malgun Gothic"/>
                <a:ea typeface="Malgun Gothic"/>
                <a:cs typeface="Malgun Gothic"/>
              </a:defRPr>
            </a:lvl4pPr>
            <a:lvl5pPr>
              <a:defRPr sz="1500" b="1">
                <a:solidFill>
                  <a:srgbClr val="183440"/>
                </a:solidFill>
                <a:latin typeface="Malgun Gothic"/>
                <a:ea typeface="Malgun Gothic"/>
                <a:cs typeface="Malgun Gothic"/>
              </a:defRPr>
            </a:lvl5pPr>
            <a:lvl6pPr>
              <a:defRPr sz="1500" b="1">
                <a:solidFill>
                  <a:srgbClr val="183440"/>
                </a:solidFill>
                <a:latin typeface="Malgun Gothic"/>
                <a:ea typeface="Malgun Gothic"/>
                <a:cs typeface="Malgun Gothic"/>
              </a:defRPr>
            </a:lvl6pPr>
            <a:lvl7pPr>
              <a:defRPr sz="1500" b="1">
                <a:solidFill>
                  <a:srgbClr val="183440"/>
                </a:solidFill>
                <a:latin typeface="Malgun Gothic"/>
                <a:ea typeface="Malgun Gothic"/>
                <a:cs typeface="Malgun Gothic"/>
              </a:defRPr>
            </a:lvl7pPr>
            <a:lvl8pPr>
              <a:defRPr sz="1500" b="1">
                <a:solidFill>
                  <a:srgbClr val="183440"/>
                </a:solidFill>
                <a:latin typeface="Malgun Gothic"/>
                <a:ea typeface="Malgun Gothic"/>
                <a:cs typeface="Malgun Gothic"/>
              </a:defRPr>
            </a:lvl8pPr>
            <a:lvl9pPr>
              <a:defRPr sz="1500" b="1">
                <a:solidFill>
                  <a:srgbClr val="183440"/>
                </a:solidFill>
                <a:latin typeface="Malgun Gothic"/>
                <a:ea typeface="Malgun Gothic"/>
                <a:cs typeface="Malgun Gothic"/>
              </a:defRPr>
            </a:lvl9pPr>
          </a:lstStyle>
          <a:p xmlns:a="http://schemas.openxmlformats.org/drawingml/2006/main">
            <a:pPr>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후보 2개 표시</a:t>
            </a:r>
          </a:p>
        </p:txBody>
      </p:sp>
      <p:sp>
        <p:nvSpPr>
          <p:cNvPr id="17" name="link-374">
            <ns0:hlinkClick xmlns:ns0="http://schemas.openxmlformats.org/drawingml/2006/main" xmlns:ns1="http://schemas.openxmlformats.org/officeDocument/2006/relationships" ns1:id="rIdLink7"/>
            <a:extLst xmlns:a="http://schemas.openxmlformats.org/drawingml/2006/main">
              <a:ext uri="{FF2B5EF4-FFF2-40B4-BE49-F238E27FC236}">
                <a16:creationId xmlns:a16="http://schemas.microsoft.com/office/drawing/2014/main" id="{D7E657EF-E261-429D-AD42-7BE8C2E6DF00}"/>
              </a:ext>
            </a:extLst>
          </p:cNvPr>
          <p:cNvSpPr>
            <a:spLocks xmlns:a="http://schemas.openxmlformats.org/drawingml/2006/main" noGrp="1"/>
          </p:cNvSpPr>
          <p:nvPr/>
        </p:nvSpPr>
        <p:spPr>
          <a:xfrm xmlns:a="http://schemas.openxmlformats.org/drawingml/2006/main">
            <a:off x="8782050" y="2857732"/>
            <a:ext cx="2743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18" name="text-375">
            <a:extLst xmlns:a="http://schemas.openxmlformats.org/drawingml/2006/main">
              <a:ext uri="{FF2B5EF4-FFF2-40B4-BE49-F238E27FC236}">
                <a16:creationId xmlns:a16="http://schemas.microsoft.com/office/drawing/2014/main" id="{3F7FCE5B-A711-48F4-8153-64B7EA073AE0}"/>
              </a:ext>
            </a:extLst>
          </p:cNvPr>
          <p:cNvSpPr>
            <a:spLocks xmlns:a="http://schemas.openxmlformats.org/drawingml/2006/main" noGrp="1"/>
          </p:cNvSpPr>
          <p:nvPr/>
        </p:nvSpPr>
        <p:spPr>
          <a:xfrm xmlns:a="http://schemas.openxmlformats.org/drawingml/2006/main">
            <a:off x="7639050" y="3286822"/>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제외 확인</a:t>
            </a:r>
          </a:p>
        </p:txBody>
      </p:sp>
      <p:sp>
        <p:nvSpPr>
          <p:cNvPr id="19" name="text-376">
            <a:extLst xmlns:a="http://schemas.openxmlformats.org/drawingml/2006/main">
              <a:ext uri="{FF2B5EF4-FFF2-40B4-BE49-F238E27FC236}">
                <a16:creationId xmlns:a16="http://schemas.microsoft.com/office/drawing/2014/main" id="{9D0DE8F9-E3BC-4091-9E20-F24DEC02C009}"/>
              </a:ext>
            </a:extLst>
          </p:cNvPr>
          <p:cNvSpPr>
            <a:spLocks xmlns:a="http://schemas.openxmlformats.org/drawingml/2006/main" noGrp="1"/>
          </p:cNvSpPr>
          <p:nvPr/>
        </p:nvSpPr>
        <p:spPr>
          <a:xfrm xmlns:a="http://schemas.openxmlformats.org/drawingml/2006/main">
            <a:off x="8782050" y="3286822"/>
            <a:ext cx="2743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183440"/>
                </a:solidFill>
                <a:latin typeface="Malgun Gothic"/>
                <a:ea typeface="Malgun Gothic"/>
                <a:cs typeface="Malgun Gothic"/>
              </a:defRPr>
            </a:defPPr>
            <a:lvl1pPr>
              <a:defRPr sz="1500" b="1">
                <a:solidFill>
                  <a:srgbClr val="183440"/>
                </a:solidFill>
                <a:latin typeface="Malgun Gothic"/>
                <a:ea typeface="Malgun Gothic"/>
                <a:cs typeface="Malgun Gothic"/>
              </a:defRPr>
            </a:lvl1pPr>
            <a:lvl2pPr>
              <a:defRPr sz="1500" b="1">
                <a:solidFill>
                  <a:srgbClr val="183440"/>
                </a:solidFill>
                <a:latin typeface="Malgun Gothic"/>
                <a:ea typeface="Malgun Gothic"/>
                <a:cs typeface="Malgun Gothic"/>
              </a:defRPr>
            </a:lvl2pPr>
            <a:lvl3pPr>
              <a:defRPr sz="1500" b="1">
                <a:solidFill>
                  <a:srgbClr val="183440"/>
                </a:solidFill>
                <a:latin typeface="Malgun Gothic"/>
                <a:ea typeface="Malgun Gothic"/>
                <a:cs typeface="Malgun Gothic"/>
              </a:defRPr>
            </a:lvl3pPr>
            <a:lvl4pPr>
              <a:defRPr sz="1500" b="1">
                <a:solidFill>
                  <a:srgbClr val="183440"/>
                </a:solidFill>
                <a:latin typeface="Malgun Gothic"/>
                <a:ea typeface="Malgun Gothic"/>
                <a:cs typeface="Malgun Gothic"/>
              </a:defRPr>
            </a:lvl4pPr>
            <a:lvl5pPr>
              <a:defRPr sz="1500" b="1">
                <a:solidFill>
                  <a:srgbClr val="183440"/>
                </a:solidFill>
                <a:latin typeface="Malgun Gothic"/>
                <a:ea typeface="Malgun Gothic"/>
                <a:cs typeface="Malgun Gothic"/>
              </a:defRPr>
            </a:lvl5pPr>
            <a:lvl6pPr>
              <a:defRPr sz="1500" b="1">
                <a:solidFill>
                  <a:srgbClr val="183440"/>
                </a:solidFill>
                <a:latin typeface="Malgun Gothic"/>
                <a:ea typeface="Malgun Gothic"/>
                <a:cs typeface="Malgun Gothic"/>
              </a:defRPr>
            </a:lvl6pPr>
            <a:lvl7pPr>
              <a:defRPr sz="1500" b="1">
                <a:solidFill>
                  <a:srgbClr val="183440"/>
                </a:solidFill>
                <a:latin typeface="Malgun Gothic"/>
                <a:ea typeface="Malgun Gothic"/>
                <a:cs typeface="Malgun Gothic"/>
              </a:defRPr>
            </a:lvl7pPr>
            <a:lvl8pPr>
              <a:defRPr sz="1500" b="1">
                <a:solidFill>
                  <a:srgbClr val="183440"/>
                </a:solidFill>
                <a:latin typeface="Malgun Gothic"/>
                <a:ea typeface="Malgun Gothic"/>
                <a:cs typeface="Malgun Gothic"/>
              </a:defRPr>
            </a:lvl8pPr>
            <a:lvl9pPr>
              <a:defRPr sz="1500" b="1">
                <a:solidFill>
                  <a:srgbClr val="183440"/>
                </a:solidFill>
                <a:latin typeface="Malgun Gothic"/>
                <a:ea typeface="Malgun Gothic"/>
                <a:cs typeface="Malgun Gothic"/>
              </a:defRPr>
            </a:lvl9pPr>
          </a:lstStyle>
          <a:p xmlns:a="http://schemas.openxmlformats.org/drawingml/2006/main">
            <a:pPr>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참조받는 에셋 제외</a:t>
            </a:r>
          </a:p>
        </p:txBody>
      </p:sp>
      <p:sp>
        <p:nvSpPr>
          <p:cNvPr id="20" name="link-377">
            <ns0:hlinkClick xmlns:ns0="http://schemas.openxmlformats.org/drawingml/2006/main" xmlns:ns1="http://schemas.openxmlformats.org/officeDocument/2006/relationships" ns1:id="rIdLink8"/>
            <a:extLst xmlns:a="http://schemas.openxmlformats.org/drawingml/2006/main">
              <a:ext uri="{FF2B5EF4-FFF2-40B4-BE49-F238E27FC236}">
                <a16:creationId xmlns:a16="http://schemas.microsoft.com/office/drawing/2014/main" id="{A1696C4F-C399-41C9-BD71-D9923EF8925B}"/>
              </a:ext>
            </a:extLst>
          </p:cNvPr>
          <p:cNvSpPr>
            <a:spLocks xmlns:a="http://schemas.openxmlformats.org/drawingml/2006/main" noGrp="1"/>
          </p:cNvSpPr>
          <p:nvPr/>
        </p:nvSpPr>
        <p:spPr>
          <a:xfrm xmlns:a="http://schemas.openxmlformats.org/drawingml/2006/main">
            <a:off x="8782050" y="3553522"/>
            <a:ext cx="2743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628B9B"/>
                </a:solidFill>
                <a:latin typeface="Malgun Gothic"/>
                <a:ea typeface="Malgun Gothic"/>
                <a:cs typeface="Malgun Gothic"/>
              </a:defRPr>
            </a:defPPr>
            <a:lvl1pPr>
              <a:defRPr sz="1275" b="0">
                <a:solidFill>
                  <a:srgbClr val="628B9B"/>
                </a:solidFill>
                <a:latin typeface="Malgun Gothic"/>
                <a:ea typeface="Malgun Gothic"/>
                <a:cs typeface="Malgun Gothic"/>
              </a:defRPr>
            </a:lvl1pPr>
            <a:lvl2pPr>
              <a:defRPr sz="1275" b="0">
                <a:solidFill>
                  <a:srgbClr val="628B9B"/>
                </a:solidFill>
                <a:latin typeface="Malgun Gothic"/>
                <a:ea typeface="Malgun Gothic"/>
                <a:cs typeface="Malgun Gothic"/>
              </a:defRPr>
            </a:lvl2pPr>
            <a:lvl3pPr>
              <a:defRPr sz="1275" b="0">
                <a:solidFill>
                  <a:srgbClr val="628B9B"/>
                </a:solidFill>
                <a:latin typeface="Malgun Gothic"/>
                <a:ea typeface="Malgun Gothic"/>
                <a:cs typeface="Malgun Gothic"/>
              </a:defRPr>
            </a:lvl3pPr>
            <a:lvl4pPr>
              <a:defRPr sz="1275" b="0">
                <a:solidFill>
                  <a:srgbClr val="628B9B"/>
                </a:solidFill>
                <a:latin typeface="Malgun Gothic"/>
                <a:ea typeface="Malgun Gothic"/>
                <a:cs typeface="Malgun Gothic"/>
              </a:defRPr>
            </a:lvl4pPr>
            <a:lvl5pPr>
              <a:defRPr sz="1275" b="0">
                <a:solidFill>
                  <a:srgbClr val="628B9B"/>
                </a:solidFill>
                <a:latin typeface="Malgun Gothic"/>
                <a:ea typeface="Malgun Gothic"/>
                <a:cs typeface="Malgun Gothic"/>
              </a:defRPr>
            </a:lvl5pPr>
            <a:lvl6pPr>
              <a:defRPr sz="1275" b="0">
                <a:solidFill>
                  <a:srgbClr val="628B9B"/>
                </a:solidFill>
                <a:latin typeface="Malgun Gothic"/>
                <a:ea typeface="Malgun Gothic"/>
                <a:cs typeface="Malgun Gothic"/>
              </a:defRPr>
            </a:lvl6pPr>
            <a:lvl7pPr>
              <a:defRPr sz="1275" b="0">
                <a:solidFill>
                  <a:srgbClr val="628B9B"/>
                </a:solidFill>
                <a:latin typeface="Malgun Gothic"/>
                <a:ea typeface="Malgun Gothic"/>
                <a:cs typeface="Malgun Gothic"/>
              </a:defRPr>
            </a:lvl7pPr>
            <a:lvl8pPr>
              <a:defRPr sz="1275" b="0">
                <a:solidFill>
                  <a:srgbClr val="628B9B"/>
                </a:solidFill>
                <a:latin typeface="Malgun Gothic"/>
                <a:ea typeface="Malgun Gothic"/>
                <a:cs typeface="Malgun Gothic"/>
              </a:defRPr>
            </a:lvl8pPr>
            <a:lvl9pPr>
              <a:defRPr sz="1275" b="0">
                <a:solidFill>
                  <a:srgbClr val="628B9B"/>
                </a:solidFill>
                <a:latin typeface="Malgun Gothic"/>
                <a:ea typeface="Malgun Gothic"/>
                <a:cs typeface="Malgun Gothic"/>
              </a:defRPr>
            </a:lvl9pPr>
          </a:lstStyle>
          <a:p xmlns:a="http://schemas.openxmlformats.org/drawingml/2006/main">
            <a:pP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사용자 확인 기록 ↗</a:t>
            </a:r>
          </a:p>
        </p:txBody>
      </p:sp>
      <p:sp>
        <p:nvSpPr>
          <p:cNvPr id="21" name="text-378">
            <a:extLst xmlns:a="http://schemas.openxmlformats.org/drawingml/2006/main">
              <a:ext uri="{FF2B5EF4-FFF2-40B4-BE49-F238E27FC236}">
                <a16:creationId xmlns:a16="http://schemas.microsoft.com/office/drawing/2014/main" id="{F2AD4A9C-3272-4126-B153-EE62044584FB}"/>
              </a:ext>
            </a:extLst>
          </p:cNvPr>
          <p:cNvSpPr>
            <a:spLocks xmlns:a="http://schemas.openxmlformats.org/drawingml/2006/main" noGrp="1"/>
          </p:cNvSpPr>
          <p:nvPr/>
        </p:nvSpPr>
        <p:spPr>
          <a:xfrm xmlns:a="http://schemas.openxmlformats.org/drawingml/2006/main">
            <a:off x="457200" y="4371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008D98"/>
                </a:solidFill>
                <a:latin typeface="Malgun Gothic"/>
                <a:ea typeface="Malgun Gothic"/>
                <a:cs typeface="Malgun Gothic"/>
              </a:defRPr>
            </a:defPPr>
            <a:lvl1pPr>
              <a:defRPr sz="1875" b="1">
                <a:solidFill>
                  <a:srgbClr val="008D98"/>
                </a:solidFill>
                <a:latin typeface="Malgun Gothic"/>
                <a:ea typeface="Malgun Gothic"/>
                <a:cs typeface="Malgun Gothic"/>
              </a:defRPr>
            </a:lvl1pPr>
            <a:lvl2pPr>
              <a:defRPr sz="1875" b="1">
                <a:solidFill>
                  <a:srgbClr val="008D98"/>
                </a:solidFill>
                <a:latin typeface="Malgun Gothic"/>
                <a:ea typeface="Malgun Gothic"/>
                <a:cs typeface="Malgun Gothic"/>
              </a:defRPr>
            </a:lvl2pPr>
            <a:lvl3pPr>
              <a:defRPr sz="1875" b="1">
                <a:solidFill>
                  <a:srgbClr val="008D98"/>
                </a:solidFill>
                <a:latin typeface="Malgun Gothic"/>
                <a:ea typeface="Malgun Gothic"/>
                <a:cs typeface="Malgun Gothic"/>
              </a:defRPr>
            </a:lvl3pPr>
            <a:lvl4pPr>
              <a:defRPr sz="1875" b="1">
                <a:solidFill>
                  <a:srgbClr val="008D98"/>
                </a:solidFill>
                <a:latin typeface="Malgun Gothic"/>
                <a:ea typeface="Malgun Gothic"/>
                <a:cs typeface="Malgun Gothic"/>
              </a:defRPr>
            </a:lvl4pPr>
            <a:lvl5pPr>
              <a:defRPr sz="1875" b="1">
                <a:solidFill>
                  <a:srgbClr val="008D98"/>
                </a:solidFill>
                <a:latin typeface="Malgun Gothic"/>
                <a:ea typeface="Malgun Gothic"/>
                <a:cs typeface="Malgun Gothic"/>
              </a:defRPr>
            </a:lvl5pPr>
            <a:lvl6pPr>
              <a:defRPr sz="1875" b="1">
                <a:solidFill>
                  <a:srgbClr val="008D98"/>
                </a:solidFill>
                <a:latin typeface="Malgun Gothic"/>
                <a:ea typeface="Malgun Gothic"/>
                <a:cs typeface="Malgun Gothic"/>
              </a:defRPr>
            </a:lvl6pPr>
            <a:lvl7pPr>
              <a:defRPr sz="1875" b="1">
                <a:solidFill>
                  <a:srgbClr val="008D98"/>
                </a:solidFill>
                <a:latin typeface="Malgun Gothic"/>
                <a:ea typeface="Malgun Gothic"/>
                <a:cs typeface="Malgun Gothic"/>
              </a:defRPr>
            </a:lvl7pPr>
            <a:lvl8pPr>
              <a:defRPr sz="1875" b="1">
                <a:solidFill>
                  <a:srgbClr val="008D98"/>
                </a:solidFill>
                <a:latin typeface="Malgun Gothic"/>
                <a:ea typeface="Malgun Gothic"/>
                <a:cs typeface="Malgun Gothic"/>
              </a:defRPr>
            </a:lvl8pPr>
            <a:lvl9pPr>
              <a:defRPr sz="1875" b="1">
                <a:solidFill>
                  <a:srgbClr val="008D98"/>
                </a:solidFill>
                <a:latin typeface="Malgun Gothic"/>
                <a:ea typeface="Malgun Gothic"/>
                <a:cs typeface="Malgun Gothic"/>
              </a:defRPr>
            </a:lvl9pPr>
          </a:lstStyle>
          <a:p xmlns:a="http://schemas.openxmlformats.org/drawingml/2006/main">
            <a:pPr>
              <a:defRPr sz="1875" b="1">
                <a:solidFill>
                  <a:srgbClr val="008D98"/>
                </a:solidFill>
                <a:latin typeface="Malgun Gothic"/>
                <a:ea typeface="Malgun Gothic"/>
                <a:cs typeface="Malgun Gothic"/>
              </a:defRPr>
            </a:pPr>
            <a:r>
              <a:rPr sz="1875" b="1">
                <a:solidFill>
                  <a:srgbClr val="008D98"/>
                </a:solidFill>
                <a:latin typeface="Malgun Gothic"/>
                <a:ea typeface="Malgun Gothic"/>
                <a:cs typeface="Malgun Gothic"/>
              </a:rPr>
              <a:t>조회·탐색 편의 기능 확인</a:t>
            </a:r>
          </a:p>
        </p:txBody>
      </p:sp>
      <p:graphicFrame>
        <p:nvGraphicFramePr>
          <p:cNvPr id="22" name="">
            <a:extLst xmlns:a="http://schemas.openxmlformats.org/drawingml/2006/main">
              <a:ext uri="{FF2B5EF4-FFF2-40B4-BE49-F238E27FC236}">
                <a16:creationId xmlns:a16="http://schemas.microsoft.com/office/drawing/2014/main" id="{18F45300-5AE9-4816-89FB-77854D423716}"/>
              </a:ext>
            </a:extLst>
          </p:cNvPr>
          <p:cNvGraphicFramePr/>
          <p:nvPr/>
        </p:nvGraphicFramePr>
        <p:xfrm>
          <a:off xmlns:a="http://schemas.openxmlformats.org/drawingml/2006/main" x="457200" y="4762500"/>
          <a:ext xmlns:a="http://schemas.openxmlformats.org/drawingml/2006/main" cx="11277600" cy="1333500"/>
        </p:xfrm>
        <a:graphic xmlns:a="http://schemas.openxmlformats.org/drawingml/2006/main">
          <a:graphicData uri="http://schemas.openxmlformats.org/drawingml/2006/table">
            <a:tbl>
              <a:tblPr/>
              <a:tblGrid>
                <a:gridCol w="3619500"/>
                <a:gridCol w="5105400"/>
                <a:gridCol w="2552700"/>
              </a:tblGrid>
              <a:tr h="266700">
                <a:tc>
                  <a:txBody>
                    <a:bodyPr/>
                    <a:lstStyle/>
                    <a:p>
                      <a:r>
                        <a:rPr sz="1425" b="1">
                          <a:solidFill>
                            <a:srgbClr val="183440"/>
                          </a:solidFill>
                          <a:latin typeface="Malgun Gothic"/>
                          <a:ea typeface="Malgun Gothic"/>
                          <a:cs typeface="Malgun Gothic"/>
                        </a:rPr>
                        <a:t>조건 또는 조작</a:t>
                      </a:r>
                    </a:p>
                  </a:txBody>
                  <a:tcPr marL="95250" marR="76200" marT="19050" marB="19050" anchor="ctr">
                    <a:lnL w="6668">
                      <a:solidFill>
                        <a:srgbClr val="CBDDE1"/>
                      </a:solidFill>
                      <a:prstDash val="solid"/>
                    </a:lnL>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r>
                        <a:rPr sz="1425" b="1">
                          <a:solidFill>
                            <a:srgbClr val="183440"/>
                          </a:solidFill>
                          <a:latin typeface="Malgun Gothic"/>
                          <a:ea typeface="Malgun Gothic"/>
                          <a:cs typeface="Malgun Gothic"/>
                        </a:rPr>
                        <a:t>확인 결과</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c>
                  <a:txBody>
                    <a:bodyPr/>
                    <a:lstStyle/>
                    <a:p>
                      <a:pPr algn="ctr"/>
                      <a:r>
                        <a:rPr sz="1425" b="1">
                          <a:solidFill>
                            <a:srgbClr val="183440"/>
                          </a:solidFill>
                          <a:latin typeface="Malgun Gothic"/>
                          <a:ea typeface="Malgun Gothic"/>
                          <a:cs typeface="Malgun Gothic"/>
                        </a:rPr>
                        <a:t>근거</a:t>
                      </a:r>
                    </a:p>
                  </a:txBody>
                  <a:tcPr marL="95250" marR="76200" marT="19050" marB="19050" anchor="ctr">
                    <a:lnR w="6668">
                      <a:solidFill>
                        <a:srgbClr val="CBDDE1"/>
                      </a:solidFill>
                      <a:prstDash val="solid"/>
                    </a:lnR>
                    <a:lnT w="6668">
                      <a:solidFill>
                        <a:srgbClr val="CBDDE1"/>
                      </a:solidFill>
                      <a:prstDash val="solid"/>
                    </a:lnT>
                    <a:lnB w="6668">
                      <a:solidFill>
                        <a:srgbClr val="CBDDE1"/>
                      </a:solidFill>
                      <a:prstDash val="solid"/>
                    </a:lnB>
                    <a:solidFill>
                      <a:srgbClr val="EDF6F6"/>
                    </a:solidFill>
                  </a:tcPr>
                </a:tc>
              </a:tr>
              <a:tr h="266700">
                <a:tc>
                  <a:txBody>
                    <a:bodyPr/>
                    <a:lstStyle/>
                    <a:p>
                      <a:r>
                        <a:rPr sz="1425" b="0">
                          <a:solidFill>
                            <a:srgbClr val="183440"/>
                          </a:solidFill>
                          <a:latin typeface="Malgun Gothic"/>
                          <a:ea typeface="Malgun Gothic"/>
                          <a:cs typeface="Malgun Gothic"/>
                        </a:rPr>
                        <a:t>특정 폴더만 조회</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T_Unused_Color 1개</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66700">
                <a:tc>
                  <a:txBody>
                    <a:bodyPr/>
                    <a:lstStyle/>
                    <a:p>
                      <a:r>
                        <a:rPr sz="1425" b="0">
                          <a:solidFill>
                            <a:srgbClr val="183440"/>
                          </a:solidFill>
                          <a:latin typeface="Malgun Gothic"/>
                          <a:ea typeface="Malgun Gothic"/>
                          <a:cs typeface="Malgun Gothic"/>
                        </a:rPr>
                        <a:t>텍스처만 조회</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Texture2D 후보 1개</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66700">
                <a:tc>
                  <a:txBody>
                    <a:bodyPr/>
                    <a:lstStyle/>
                    <a:p>
                      <a:r>
                        <a:rPr sz="1425" b="0">
                          <a:solidFill>
                            <a:srgbClr val="183440"/>
                          </a:solidFill>
                          <a:latin typeface="Malgun Gothic"/>
                          <a:ea typeface="Malgun Gothic"/>
                          <a:cs typeface="Malgun Gothic"/>
                        </a:rPr>
                        <a:t>일치 항목 없는 경로 조회</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결과 없음 안내</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r h="266700">
                <a:tc>
                  <a:txBody>
                    <a:bodyPr/>
                    <a:lstStyle/>
                    <a:p>
                      <a:r>
                        <a:rPr sz="1425" b="0">
                          <a:solidFill>
                            <a:srgbClr val="183440"/>
                          </a:solidFill>
                          <a:latin typeface="Malgun Gothic"/>
                          <a:ea typeface="Malgun Gothic"/>
                          <a:cs typeface="Malgun Gothic"/>
                        </a:rPr>
                        <a:t>후보 더블클릭</a:t>
                      </a:r>
                    </a:p>
                  </a:txBody>
                  <a:tcPr marL="95250" marR="76200" marT="19050" marB="19050" anchor="ctr">
                    <a:lnL w="6668">
                      <a:solidFill>
                        <a:srgbClr val="CBDDE1"/>
                      </a:solidFill>
                      <a:prstDash val="solid"/>
                    </a:lnL>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콘텐츠 브라우저에서 원본 에셋 위치로 이동</a:t>
                      </a:r>
                    </a:p>
                  </a:txBody>
                  <a:tcPr marL="95250" marR="76200" marT="19050" marB="19050" anchor="ctr">
                    <a:lnR w="6668">
                      <a:solidFill>
                        <a:srgbClr val="CBDDE1"/>
                      </a:solidFill>
                      <a:prstDash val="solid"/>
                    </a:lnR>
                    <a:lnB w="6668">
                      <a:solidFill>
                        <a:srgbClr val="CBDDE1"/>
                      </a:solidFill>
                      <a:prstDash val="solid"/>
                    </a:lnB>
                    <a:solidFill>
                      <a:srgbClr val="FFFFFF"/>
                    </a:solidFill>
                  </a:tcPr>
                </a:tc>
                <a:tc>
                  <a:txBody>
                    <a:bodyPr/>
                    <a:lstStyle/>
                    <a:p>
                      <a:r>
                        <a:rPr sz="1425" b="0">
                          <a:solidFill>
                            <a:srgbClr val="183440"/>
                          </a:solidFill>
                          <a:latin typeface="Malgun Gothic"/>
                          <a:ea typeface="Malgun Gothic"/>
                          <a:cs typeface="Malgun Gothic"/>
                        </a:rPr>
                        <a:t> </a:t>
                      </a:r>
                    </a:p>
                  </a:txBody>
                  <a:tcPr marL="95250" marR="76200" marT="19050" marB="19050" anchor="ctr">
                    <a:lnR w="6668">
                      <a:solidFill>
                        <a:srgbClr val="CBDDE1"/>
                      </a:solidFill>
                      <a:prstDash val="solid"/>
                    </a:lnR>
                    <a:lnB w="6668">
                      <a:solidFill>
                        <a:srgbClr val="CBDDE1"/>
                      </a:solidFill>
                      <a:prstDash val="solid"/>
                    </a:lnB>
                    <a:solidFill>
                      <a:srgbClr val="FFFFFF"/>
                    </a:solidFill>
                  </a:tcPr>
                </a:tc>
              </a:tr>
            </a:tbl>
          </a:graphicData>
        </a:graphic>
      </p:graphicFrame>
      <p:sp>
        <p:nvSpPr>
          <p:cNvPr id="23" name="link-379">
            <ns0:hlinkClick xmlns:ns0="http://schemas.openxmlformats.org/drawingml/2006/main" xmlns:ns1="http://schemas.openxmlformats.org/officeDocument/2006/relationships" ns1:id="rIdLink9"/>
            <a:extLst xmlns:a="http://schemas.openxmlformats.org/drawingml/2006/main">
              <a:ext uri="{FF2B5EF4-FFF2-40B4-BE49-F238E27FC236}">
                <a16:creationId xmlns:a16="http://schemas.microsoft.com/office/drawing/2014/main" id="{BE1BBAE5-96A3-49D5-B337-A1D42B30AFA7}"/>
              </a:ext>
            </a:extLst>
          </p:cNvPr>
          <p:cNvSpPr>
            <a:spLocks xmlns:a="http://schemas.openxmlformats.org/drawingml/2006/main" noGrp="1"/>
          </p:cNvSpPr>
          <p:nvPr/>
        </p:nvSpPr>
        <p:spPr>
          <a:xfrm xmlns:a="http://schemas.openxmlformats.org/drawingml/2006/main">
            <a:off x="9182100" y="5057775"/>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24" name="link-380">
            <ns0:hlinkClick xmlns:ns0="http://schemas.openxmlformats.org/drawingml/2006/main" xmlns:ns1="http://schemas.openxmlformats.org/officeDocument/2006/relationships" ns1:id="rIdLink10"/>
            <a:extLst xmlns:a="http://schemas.openxmlformats.org/drawingml/2006/main">
              <a:ext uri="{FF2B5EF4-FFF2-40B4-BE49-F238E27FC236}">
                <a16:creationId xmlns:a16="http://schemas.microsoft.com/office/drawing/2014/main" id="{8FDC8572-0A99-4B33-9D4B-8F54B32E548D}"/>
              </a:ext>
            </a:extLst>
          </p:cNvPr>
          <p:cNvSpPr>
            <a:spLocks xmlns:a="http://schemas.openxmlformats.org/drawingml/2006/main" noGrp="1"/>
          </p:cNvSpPr>
          <p:nvPr/>
        </p:nvSpPr>
        <p:spPr>
          <a:xfrm xmlns:a="http://schemas.openxmlformats.org/drawingml/2006/main">
            <a:off x="9182100" y="5324475"/>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25" name="link-381">
            <ns0:hlinkClick xmlns:ns0="http://schemas.openxmlformats.org/drawingml/2006/main" xmlns:ns1="http://schemas.openxmlformats.org/officeDocument/2006/relationships" ns1:id="rIdLink11"/>
            <a:extLst xmlns:a="http://schemas.openxmlformats.org/drawingml/2006/main">
              <a:ext uri="{FF2B5EF4-FFF2-40B4-BE49-F238E27FC236}">
                <a16:creationId xmlns:a16="http://schemas.microsoft.com/office/drawing/2014/main" id="{7B7649CD-707B-4A66-ACF9-6345797B67EF}"/>
              </a:ext>
            </a:extLst>
          </p:cNvPr>
          <p:cNvSpPr>
            <a:spLocks xmlns:a="http://schemas.openxmlformats.org/drawingml/2006/main" noGrp="1"/>
          </p:cNvSpPr>
          <p:nvPr/>
        </p:nvSpPr>
        <p:spPr>
          <a:xfrm xmlns:a="http://schemas.openxmlformats.org/drawingml/2006/main">
            <a:off x="9182100" y="5591175"/>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실제 화면 ↗</a:t>
            </a:r>
          </a:p>
        </p:txBody>
      </p:sp>
      <p:sp>
        <p:nvSpPr>
          <p:cNvPr id="26" name="link-382">
            <ns0:hlinkClick xmlns:ns0="http://schemas.openxmlformats.org/drawingml/2006/main" xmlns:ns1="http://schemas.openxmlformats.org/officeDocument/2006/relationships" ns1:id="rIdLink12"/>
            <a:extLst xmlns:a="http://schemas.openxmlformats.org/drawingml/2006/main">
              <a:ext uri="{FF2B5EF4-FFF2-40B4-BE49-F238E27FC236}">
                <a16:creationId xmlns:a16="http://schemas.microsoft.com/office/drawing/2014/main" id="{13D33DB4-28A4-4005-9707-A0AB0EC7B7B0}"/>
              </a:ext>
            </a:extLst>
          </p:cNvPr>
          <p:cNvSpPr>
            <a:spLocks xmlns:a="http://schemas.openxmlformats.org/drawingml/2006/main" noGrp="1"/>
          </p:cNvSpPr>
          <p:nvPr/>
        </p:nvSpPr>
        <p:spPr>
          <a:xfrm xmlns:a="http://schemas.openxmlformats.org/drawingml/2006/main">
            <a:off x="9182100" y="5857875"/>
            <a:ext cx="255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628B9B"/>
                </a:solidFill>
                <a:latin typeface="Malgun Gothic"/>
                <a:ea typeface="Malgun Gothic"/>
                <a:cs typeface="Malgun Gothic"/>
              </a:defRPr>
            </a:defPPr>
            <a:lvl1pPr algn="ctr">
              <a:defRPr sz="1275" b="0">
                <a:solidFill>
                  <a:srgbClr val="628B9B"/>
                </a:solidFill>
                <a:latin typeface="Malgun Gothic"/>
                <a:ea typeface="Malgun Gothic"/>
                <a:cs typeface="Malgun Gothic"/>
              </a:defRPr>
            </a:lvl1pPr>
            <a:lvl2pPr algn="ctr">
              <a:defRPr sz="1275" b="0">
                <a:solidFill>
                  <a:srgbClr val="628B9B"/>
                </a:solidFill>
                <a:latin typeface="Malgun Gothic"/>
                <a:ea typeface="Malgun Gothic"/>
                <a:cs typeface="Malgun Gothic"/>
              </a:defRPr>
            </a:lvl2pPr>
            <a:lvl3pPr algn="ctr">
              <a:defRPr sz="1275" b="0">
                <a:solidFill>
                  <a:srgbClr val="628B9B"/>
                </a:solidFill>
                <a:latin typeface="Malgun Gothic"/>
                <a:ea typeface="Malgun Gothic"/>
                <a:cs typeface="Malgun Gothic"/>
              </a:defRPr>
            </a:lvl3pPr>
            <a:lvl4pPr algn="ctr">
              <a:defRPr sz="1275" b="0">
                <a:solidFill>
                  <a:srgbClr val="628B9B"/>
                </a:solidFill>
                <a:latin typeface="Malgun Gothic"/>
                <a:ea typeface="Malgun Gothic"/>
                <a:cs typeface="Malgun Gothic"/>
              </a:defRPr>
            </a:lvl4pPr>
            <a:lvl5pPr algn="ctr">
              <a:defRPr sz="1275" b="0">
                <a:solidFill>
                  <a:srgbClr val="628B9B"/>
                </a:solidFill>
                <a:latin typeface="Malgun Gothic"/>
                <a:ea typeface="Malgun Gothic"/>
                <a:cs typeface="Malgun Gothic"/>
              </a:defRPr>
            </a:lvl5pPr>
            <a:lvl6pPr algn="ctr">
              <a:defRPr sz="1275" b="0">
                <a:solidFill>
                  <a:srgbClr val="628B9B"/>
                </a:solidFill>
                <a:latin typeface="Malgun Gothic"/>
                <a:ea typeface="Malgun Gothic"/>
                <a:cs typeface="Malgun Gothic"/>
              </a:defRPr>
            </a:lvl6pPr>
            <a:lvl7pPr algn="ctr">
              <a:defRPr sz="1275" b="0">
                <a:solidFill>
                  <a:srgbClr val="628B9B"/>
                </a:solidFill>
                <a:latin typeface="Malgun Gothic"/>
                <a:ea typeface="Malgun Gothic"/>
                <a:cs typeface="Malgun Gothic"/>
              </a:defRPr>
            </a:lvl7pPr>
            <a:lvl8pPr algn="ctr">
              <a:defRPr sz="1275" b="0">
                <a:solidFill>
                  <a:srgbClr val="628B9B"/>
                </a:solidFill>
                <a:latin typeface="Malgun Gothic"/>
                <a:ea typeface="Malgun Gothic"/>
                <a:cs typeface="Malgun Gothic"/>
              </a:defRPr>
            </a:lvl8pPr>
            <a:lvl9pPr algn="ctr">
              <a:defRPr sz="1275" b="0">
                <a:solidFill>
                  <a:srgbClr val="628B9B"/>
                </a:solidFill>
                <a:latin typeface="Malgun Gothic"/>
                <a:ea typeface="Malgun Gothic"/>
                <a:cs typeface="Malgun Gothic"/>
              </a:defRPr>
            </a:lvl9pPr>
          </a:lstStyle>
          <a:p xmlns:a="http://schemas.openxmlformats.org/drawingml/2006/main">
            <a:pPr algn="ctr">
              <a:defRPr sz="1275" b="0">
                <a:solidFill>
                  <a:srgbClr val="628B9B"/>
                </a:solidFill>
                <a:latin typeface="Malgun Gothic"/>
                <a:ea typeface="Malgun Gothic"/>
                <a:cs typeface="Malgun Gothic"/>
              </a:defRPr>
            </a:pPr>
            <a:r>
              <a:rPr sz="1275" b="0" u="sng">
                <a:solidFill>
                  <a:srgbClr val="628B9B"/>
                </a:solidFill>
                <a:latin typeface="Malgun Gothic"/>
                <a:ea typeface="Malgun Gothic"/>
                <a:cs typeface="Malgun Gothic"/>
              </a:rPr>
              <a:t>사용자 확인 기록 ↗</a:t>
            </a:r>
          </a:p>
        </p:txBody>
      </p:sp>
      <p:sp>
        <p:nvSpPr>
          <p:cNvPr id="27" name="rect-383">
            <a:extLst xmlns:a="http://schemas.openxmlformats.org/drawingml/2006/main">
              <a:ext uri="{FF2B5EF4-FFF2-40B4-BE49-F238E27FC236}">
                <a16:creationId xmlns:a16="http://schemas.microsoft.com/office/drawing/2014/main" id="{5FD214F7-B781-40BA-AA13-D349C353C10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8" name="text-384">
            <a:extLst xmlns:a="http://schemas.openxmlformats.org/drawingml/2006/main">
              <a:ext uri="{FF2B5EF4-FFF2-40B4-BE49-F238E27FC236}">
                <a16:creationId xmlns:a16="http://schemas.microsoft.com/office/drawing/2014/main" id="{A5CECCDC-6A67-462E-B33B-B3BA995CB4AC}"/>
              </a:ext>
            </a:extLst>
          </p:cNvPr>
          <p:cNvSpPr>
            <a:spLocks xmlns:a="http://schemas.openxmlformats.org/drawingml/2006/main" noGrp="1"/>
          </p:cNvSpPr>
          <p:nvPr/>
        </p:nvSpPr>
        <p:spPr>
          <a:xfrm xmlns:a="http://schemas.openxmlformats.org/drawingml/2006/main">
            <a:off x="457200" y="62198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개발 당시 검증 · 2026.07 · UE5.4</a:t>
            </a:r>
          </a:p>
        </p:txBody>
      </p:sp>
      <p:sp>
        <p:nvSpPr>
          <p:cNvPr id="29" name="link-385">
            <ns0:hlinkClick xmlns:ns0="http://schemas.openxmlformats.org/drawingml/2006/main" xmlns:ns1="http://schemas.openxmlformats.org/officeDocument/2006/relationships" ns1:id="rIdLink13"/>
            <a:extLst xmlns:a="http://schemas.openxmlformats.org/drawingml/2006/main">
              <a:ext uri="{FF2B5EF4-FFF2-40B4-BE49-F238E27FC236}">
                <a16:creationId xmlns:a16="http://schemas.microsoft.com/office/drawing/2014/main" id="{14A6B003-9725-472A-86AF-40A0540F90B5}"/>
              </a:ext>
            </a:extLst>
          </p:cNvPr>
          <p:cNvSpPr>
            <a:spLocks xmlns:a="http://schemas.openxmlformats.org/drawingml/2006/main" noGrp="1"/>
          </p:cNvSpPr>
          <p:nvPr/>
        </p:nvSpPr>
        <p:spPr>
          <a:xfrm xmlns:a="http://schemas.openxmlformats.org/drawingml/2006/main">
            <a:off x="457200" y="6477000"/>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628B9B"/>
                </a:solidFill>
                <a:latin typeface="Malgun Gothic"/>
                <a:ea typeface="Malgun Gothic"/>
                <a:cs typeface="Malgun Gothic"/>
              </a:defRPr>
            </a:defPPr>
            <a:lvl1pPr>
              <a:defRPr sz="1125" b="0">
                <a:solidFill>
                  <a:srgbClr val="628B9B"/>
                </a:solidFill>
                <a:latin typeface="Malgun Gothic"/>
                <a:ea typeface="Malgun Gothic"/>
                <a:cs typeface="Malgun Gothic"/>
              </a:defRPr>
            </a:lvl1pPr>
            <a:lvl2pPr>
              <a:defRPr sz="1125" b="0">
                <a:solidFill>
                  <a:srgbClr val="628B9B"/>
                </a:solidFill>
                <a:latin typeface="Malgun Gothic"/>
                <a:ea typeface="Malgun Gothic"/>
                <a:cs typeface="Malgun Gothic"/>
              </a:defRPr>
            </a:lvl2pPr>
            <a:lvl3pPr>
              <a:defRPr sz="1125" b="0">
                <a:solidFill>
                  <a:srgbClr val="628B9B"/>
                </a:solidFill>
                <a:latin typeface="Malgun Gothic"/>
                <a:ea typeface="Malgun Gothic"/>
                <a:cs typeface="Malgun Gothic"/>
              </a:defRPr>
            </a:lvl3pPr>
            <a:lvl4pPr>
              <a:defRPr sz="1125" b="0">
                <a:solidFill>
                  <a:srgbClr val="628B9B"/>
                </a:solidFill>
                <a:latin typeface="Malgun Gothic"/>
                <a:ea typeface="Malgun Gothic"/>
                <a:cs typeface="Malgun Gothic"/>
              </a:defRPr>
            </a:lvl4pPr>
            <a:lvl5pPr>
              <a:defRPr sz="1125" b="0">
                <a:solidFill>
                  <a:srgbClr val="628B9B"/>
                </a:solidFill>
                <a:latin typeface="Malgun Gothic"/>
                <a:ea typeface="Malgun Gothic"/>
                <a:cs typeface="Malgun Gothic"/>
              </a:defRPr>
            </a:lvl5pPr>
            <a:lvl6pPr>
              <a:defRPr sz="1125" b="0">
                <a:solidFill>
                  <a:srgbClr val="628B9B"/>
                </a:solidFill>
                <a:latin typeface="Malgun Gothic"/>
                <a:ea typeface="Malgun Gothic"/>
                <a:cs typeface="Malgun Gothic"/>
              </a:defRPr>
            </a:lvl6pPr>
            <a:lvl7pPr>
              <a:defRPr sz="1125" b="0">
                <a:solidFill>
                  <a:srgbClr val="628B9B"/>
                </a:solidFill>
                <a:latin typeface="Malgun Gothic"/>
                <a:ea typeface="Malgun Gothic"/>
                <a:cs typeface="Malgun Gothic"/>
              </a:defRPr>
            </a:lvl7pPr>
            <a:lvl8pPr>
              <a:defRPr sz="1125" b="0">
                <a:solidFill>
                  <a:srgbClr val="628B9B"/>
                </a:solidFill>
                <a:latin typeface="Malgun Gothic"/>
                <a:ea typeface="Malgun Gothic"/>
                <a:cs typeface="Malgun Gothic"/>
              </a:defRPr>
            </a:lvl8pPr>
            <a:lvl9pPr>
              <a:defRPr sz="1125" b="0">
                <a:solidFill>
                  <a:srgbClr val="628B9B"/>
                </a:solidFill>
                <a:latin typeface="Malgun Gothic"/>
                <a:ea typeface="Malgun Gothic"/>
                <a:cs typeface="Malgun Gothic"/>
              </a:defRPr>
            </a:lvl9pPr>
          </a:lstStyle>
          <a:p xmlns:a="http://schemas.openxmlformats.org/drawingml/2006/main">
            <a:pPr>
              <a:defRPr sz="1125" b="0">
                <a:solidFill>
                  <a:srgbClr val="628B9B"/>
                </a:solidFill>
                <a:latin typeface="Malgun Gothic"/>
                <a:ea typeface="Malgun Gothic"/>
                <a:cs typeface="Malgun Gothic"/>
              </a:defRPr>
            </a:pPr>
            <a:r>
              <a:rPr sz="1125" b="0" u="sng">
                <a:solidFill>
                  <a:srgbClr val="628B9B"/>
                </a:solidFill>
                <a:latin typeface="Malgun Gothic"/>
                <a:ea typeface="Malgun Gothic"/>
                <a:cs typeface="Malgun Gothic"/>
              </a:rPr>
              <a:t>전체 검증 범위 →</a:t>
            </a:r>
          </a:p>
        </p:txBody>
      </p:sp>
      <p:sp>
        <p:nvSpPr>
          <p:cNvPr id="30" name="rect-386">
            <a:extLst xmlns:a="http://schemas.openxmlformats.org/drawingml/2006/main">
              <a:ext uri="{FF2B5EF4-FFF2-40B4-BE49-F238E27FC236}">
                <a16:creationId xmlns:a16="http://schemas.microsoft.com/office/drawing/2014/main" id="{7B7F39DC-BBC5-42AC-BA5E-6A7DEB6B5E3F}"/>
              </a:ext>
            </a:extLst>
          </p:cNvPr>
          <p:cNvSpPr>
            <a:spLocks xmlns:a="http://schemas.openxmlformats.org/drawingml/2006/main" noGrp="1"/>
          </p:cNvSpPr>
          <p:nvPr/>
        </p:nvSpPr>
        <p:spPr>
          <a:xfrm xmlns:a="http://schemas.openxmlformats.org/drawingml/2006/main">
            <a:off x="4114800" y="6276975"/>
            <a:ext cx="9525" cy="447675"/>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31" name="text-387">
            <a:extLst xmlns:a="http://schemas.openxmlformats.org/drawingml/2006/main">
              <a:ext uri="{FF2B5EF4-FFF2-40B4-BE49-F238E27FC236}">
                <a16:creationId xmlns:a16="http://schemas.microsoft.com/office/drawing/2014/main" id="{585E0111-D443-4D34-8318-DDD9B1A868AE}"/>
              </a:ext>
            </a:extLst>
          </p:cNvPr>
          <p:cNvSpPr>
            <a:spLocks xmlns:a="http://schemas.openxmlformats.org/drawingml/2006/main" noGrp="1"/>
          </p:cNvSpPr>
          <p:nvPr/>
        </p:nvSpPr>
        <p:spPr>
          <a:xfrm xmlns:a="http://schemas.openxmlformats.org/drawingml/2006/main">
            <a:off x="4343400" y="6219825"/>
            <a:ext cx="7391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183440"/>
                </a:solidFill>
                <a:latin typeface="Malgun Gothic"/>
                <a:ea typeface="Malgun Gothic"/>
                <a:cs typeface="Malgun Gothic"/>
              </a:defRPr>
            </a:defPPr>
            <a:lvl1pPr>
              <a:defRPr sz="1200" b="1">
                <a:solidFill>
                  <a:srgbClr val="183440"/>
                </a:solidFill>
                <a:latin typeface="Malgun Gothic"/>
                <a:ea typeface="Malgun Gothic"/>
                <a:cs typeface="Malgun Gothic"/>
              </a:defRPr>
            </a:lvl1pPr>
            <a:lvl2pPr>
              <a:defRPr sz="1200" b="1">
                <a:solidFill>
                  <a:srgbClr val="183440"/>
                </a:solidFill>
                <a:latin typeface="Malgun Gothic"/>
                <a:ea typeface="Malgun Gothic"/>
                <a:cs typeface="Malgun Gothic"/>
              </a:defRPr>
            </a:lvl2pPr>
            <a:lvl3pPr>
              <a:defRPr sz="1200" b="1">
                <a:solidFill>
                  <a:srgbClr val="183440"/>
                </a:solidFill>
                <a:latin typeface="Malgun Gothic"/>
                <a:ea typeface="Malgun Gothic"/>
                <a:cs typeface="Malgun Gothic"/>
              </a:defRPr>
            </a:lvl3pPr>
            <a:lvl4pPr>
              <a:defRPr sz="1200" b="1">
                <a:solidFill>
                  <a:srgbClr val="183440"/>
                </a:solidFill>
                <a:latin typeface="Malgun Gothic"/>
                <a:ea typeface="Malgun Gothic"/>
                <a:cs typeface="Malgun Gothic"/>
              </a:defRPr>
            </a:lvl4pPr>
            <a:lvl5pPr>
              <a:defRPr sz="1200" b="1">
                <a:solidFill>
                  <a:srgbClr val="183440"/>
                </a:solidFill>
                <a:latin typeface="Malgun Gothic"/>
                <a:ea typeface="Malgun Gothic"/>
                <a:cs typeface="Malgun Gothic"/>
              </a:defRPr>
            </a:lvl5pPr>
            <a:lvl6pPr>
              <a:defRPr sz="1200" b="1">
                <a:solidFill>
                  <a:srgbClr val="183440"/>
                </a:solidFill>
                <a:latin typeface="Malgun Gothic"/>
                <a:ea typeface="Malgun Gothic"/>
                <a:cs typeface="Malgun Gothic"/>
              </a:defRPr>
            </a:lvl6pPr>
            <a:lvl7pPr>
              <a:defRPr sz="1200" b="1">
                <a:solidFill>
                  <a:srgbClr val="183440"/>
                </a:solidFill>
                <a:latin typeface="Malgun Gothic"/>
                <a:ea typeface="Malgun Gothic"/>
                <a:cs typeface="Malgun Gothic"/>
              </a:defRPr>
            </a:lvl7pPr>
            <a:lvl8pPr>
              <a:defRPr sz="1200" b="1">
                <a:solidFill>
                  <a:srgbClr val="183440"/>
                </a:solidFill>
                <a:latin typeface="Malgun Gothic"/>
                <a:ea typeface="Malgun Gothic"/>
                <a:cs typeface="Malgun Gothic"/>
              </a:defRPr>
            </a:lvl8pPr>
            <a:lvl9pPr>
              <a:defRPr sz="1200" b="1">
                <a:solidFill>
                  <a:srgbClr val="183440"/>
                </a:solidFill>
                <a:latin typeface="Malgun Gothic"/>
                <a:ea typeface="Malgun Gothic"/>
                <a:cs typeface="Malgun Gothic"/>
              </a:defRPr>
            </a:lvl9pPr>
          </a:lstStyle>
          <a:p xmlns:a="http://schemas.openxmlformats.org/drawingml/2006/main">
            <a:pPr>
              <a:defRPr sz="1200" b="1">
                <a:solidFill>
                  <a:srgbClr val="183440"/>
                </a:solidFill>
                <a:latin typeface="Malgun Gothic"/>
                <a:ea typeface="Malgun Gothic"/>
                <a:cs typeface="Malgun Gothic"/>
              </a:defRPr>
            </a:pPr>
            <a:r>
              <a:rPr sz="1200" b="1">
                <a:solidFill>
                  <a:srgbClr val="183440"/>
                </a:solidFill>
                <a:latin typeface="Malgun Gothic"/>
                <a:ea typeface="Malgun Gothic"/>
                <a:cs typeface="Malgun Gothic"/>
              </a:rPr>
              <a:t>후보 표시는 삭제 안전성을 보장하지 않습니다.</a:t>
            </a:r>
          </a:p>
        </p:txBody>
      </p:sp>
      <p:sp>
        <p:nvSpPr>
          <p:cNvPr id="32" name="text-388">
            <a:extLst xmlns:a="http://schemas.openxmlformats.org/drawingml/2006/main">
              <a:ext uri="{FF2B5EF4-FFF2-40B4-BE49-F238E27FC236}">
                <a16:creationId xmlns:a16="http://schemas.microsoft.com/office/drawing/2014/main" id="{0BE66D04-5703-435D-B24B-9EC7185CD205}"/>
              </a:ext>
            </a:extLst>
          </p:cNvPr>
          <p:cNvSpPr>
            <a:spLocks xmlns:a="http://schemas.openxmlformats.org/drawingml/2006/main" noGrp="1"/>
          </p:cNvSpPr>
          <p:nvPr/>
        </p:nvSpPr>
        <p:spPr>
          <a:xfrm xmlns:a="http://schemas.openxmlformats.org/drawingml/2006/main">
            <a:off x="4343400" y="6448425"/>
            <a:ext cx="7391400" cy="36195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l">
              <ns2:lnSpc>
                <ns2:spcPct val="100000"/>
              </ns2:lnSpc>
            </ns2:pPr>
            <ns2:r>
              <ns2:rPr sz="1050" b="0">
                <ns2:solidFill>
                  <ns2:srgbClr val="56616B"/>
                </ns2:solidFill>
                <ns2:latin typeface="Malgun Gothic"/>
                <ns2:ea typeface="Malgun Gothic"/>
                <ns2:cs typeface="Malgun Gothic"/>
              </ns2:rPr>
              <ns2:t>미확인: Soft Reference·Asset Manager·동적 로딩 사용 여부</ns2:t>
            </ns2:r>
          </ns2:p>
          <ns3:p xmlns:ns3="http://schemas.openxmlformats.org/drawingml/2006/main">
            <ns3:pPr algn="l">
              <ns3:lnSpc>
                <ns3:spcPct val="100000"/>
              </ns3:lnSpc>
            </ns3:pPr>
            <ns3:r>
              <ns3:rPr sz="1050" b="0">
                <ns3:solidFill>
                  <ns3:srgbClr val="56616B"/>
                </ns3:solidFill>
                <ns3:latin typeface="Malgun Gothic"/>
                <ns3:ea typeface="Malgun Gothic"/>
                <ns3:cs typeface="Malgun Gothic"/>
              </ns3:rPr>
              <ns3:t>미측정: 대규모 프로젝트 성능</ns3:t>
            </ns3:r>
          </ns3:p>
        </p:txBody>
      </p:sp>
    </p:spTree>
    <p:extLst>
      <p:ext uri="{BB962C8B-B14F-4D97-AF65-F5344CB8AC3E}">
        <p14:creationId xmlns:p14="http://schemas.microsoft.com/office/powerpoint/2010/main" val="79004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2026-10-23T01:28:55.8930000Z</dcterms:created>
  <dcterms:modified xsi:type="dcterms:W3CDTF">2026-10-23T01:28:55.8930000Z</dcterms:modified>
</coreProperties>
</file>